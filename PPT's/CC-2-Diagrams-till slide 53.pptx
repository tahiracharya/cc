
<file path=[Content_Types].xml><?xml version="1.0" encoding="utf-8"?>
<Types xmlns="http://schemas.openxmlformats.org/package/2006/content-types">
  <Default Extension="bin" ContentType="application/vnd.openxmlformats-officedocument.oleObject"/>
  <Default Extension="fntdata" ContentType="application/x-fontdata"/>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7"/>
  </p:notesMasterIdLst>
  <p:sldIdLst>
    <p:sldId id="256" r:id="rId2"/>
    <p:sldId id="259" r:id="rId3"/>
    <p:sldId id="359" r:id="rId4"/>
    <p:sldId id="350" r:id="rId5"/>
    <p:sldId id="358" r:id="rId6"/>
    <p:sldId id="357" r:id="rId7"/>
    <p:sldId id="356" r:id="rId8"/>
    <p:sldId id="355" r:id="rId9"/>
    <p:sldId id="354" r:id="rId10"/>
    <p:sldId id="353" r:id="rId11"/>
    <p:sldId id="352" r:id="rId12"/>
    <p:sldId id="300" r:id="rId13"/>
    <p:sldId id="301" r:id="rId14"/>
    <p:sldId id="363" r:id="rId15"/>
    <p:sldId id="362" r:id="rId16"/>
    <p:sldId id="361" r:id="rId17"/>
    <p:sldId id="360" r:id="rId18"/>
    <p:sldId id="351" r:id="rId19"/>
    <p:sldId id="371" r:id="rId20"/>
    <p:sldId id="374" r:id="rId21"/>
    <p:sldId id="373" r:id="rId22"/>
    <p:sldId id="372" r:id="rId23"/>
    <p:sldId id="370" r:id="rId24"/>
    <p:sldId id="369" r:id="rId25"/>
    <p:sldId id="380" r:id="rId26"/>
    <p:sldId id="379" r:id="rId27"/>
    <p:sldId id="378" r:id="rId28"/>
    <p:sldId id="383" r:id="rId29"/>
    <p:sldId id="382" r:id="rId30"/>
    <p:sldId id="381" r:id="rId31"/>
    <p:sldId id="377" r:id="rId32"/>
    <p:sldId id="376" r:id="rId33"/>
    <p:sldId id="386" r:id="rId34"/>
    <p:sldId id="385" r:id="rId35"/>
    <p:sldId id="388" r:id="rId36"/>
    <p:sldId id="387" r:id="rId37"/>
    <p:sldId id="390" r:id="rId38"/>
    <p:sldId id="389" r:id="rId39"/>
    <p:sldId id="384" r:id="rId40"/>
    <p:sldId id="375" r:id="rId41"/>
    <p:sldId id="368" r:id="rId42"/>
    <p:sldId id="367" r:id="rId43"/>
    <p:sldId id="395" r:id="rId44"/>
    <p:sldId id="394" r:id="rId45"/>
    <p:sldId id="393" r:id="rId46"/>
    <p:sldId id="400" r:id="rId47"/>
    <p:sldId id="399" r:id="rId48"/>
    <p:sldId id="398" r:id="rId49"/>
    <p:sldId id="397" r:id="rId50"/>
    <p:sldId id="396" r:id="rId51"/>
    <p:sldId id="392" r:id="rId52"/>
    <p:sldId id="391" r:id="rId53"/>
    <p:sldId id="366" r:id="rId54"/>
    <p:sldId id="404" r:id="rId55"/>
    <p:sldId id="403" r:id="rId56"/>
    <p:sldId id="402" r:id="rId57"/>
    <p:sldId id="407" r:id="rId58"/>
    <p:sldId id="406" r:id="rId59"/>
    <p:sldId id="405" r:id="rId60"/>
    <p:sldId id="401" r:id="rId61"/>
    <p:sldId id="365" r:id="rId62"/>
    <p:sldId id="364" r:id="rId63"/>
    <p:sldId id="408" r:id="rId64"/>
    <p:sldId id="420" r:id="rId65"/>
    <p:sldId id="419" r:id="rId66"/>
    <p:sldId id="418" r:id="rId67"/>
    <p:sldId id="417" r:id="rId68"/>
    <p:sldId id="416" r:id="rId69"/>
    <p:sldId id="415" r:id="rId70"/>
    <p:sldId id="414" r:id="rId71"/>
    <p:sldId id="413" r:id="rId72"/>
    <p:sldId id="412" r:id="rId73"/>
    <p:sldId id="411" r:id="rId74"/>
    <p:sldId id="410" r:id="rId75"/>
    <p:sldId id="409" r:id="rId76"/>
    <p:sldId id="423" r:id="rId77"/>
    <p:sldId id="422" r:id="rId78"/>
    <p:sldId id="421" r:id="rId79"/>
    <p:sldId id="432" r:id="rId80"/>
    <p:sldId id="431" r:id="rId81"/>
    <p:sldId id="430" r:id="rId82"/>
    <p:sldId id="429" r:id="rId83"/>
    <p:sldId id="428" r:id="rId84"/>
    <p:sldId id="427" r:id="rId85"/>
    <p:sldId id="433" r:id="rId86"/>
  </p:sldIdLst>
  <p:sldSz cx="12192000" cy="6858000"/>
  <p:notesSz cx="6858000" cy="9144000"/>
  <p:embeddedFontLst>
    <p:embeddedFont>
      <p:font typeface="宋体" panose="02010600030101010101" pitchFamily="2" charset="-122"/>
      <p:regular r:id="rId88"/>
    </p:embeddedFont>
    <p:embeddedFont>
      <p:font typeface="Poppins" panose="00000500000000000000" pitchFamily="2" charset="0"/>
      <p:regular r:id="rId89"/>
      <p:bold r:id="rId90"/>
      <p:italic r:id="rId91"/>
      <p:boldItalic r:id="rId9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49">
          <p15:clr>
            <a:srgbClr val="A4A3A4"/>
          </p15:clr>
        </p15:guide>
        <p15:guide id="2" pos="232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3" roundtripDataSignature="AMtx7mj2tfnw/z739FrauExb7XE+xxQBR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C02A02-D6CD-4BA2-A59E-1E6865F2168D}" v="95" dt="2024-09-23T09:10:41.3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996" y="66"/>
      </p:cViewPr>
      <p:guideLst>
        <p:guide orient="horz" pos="1049"/>
        <p:guide pos="232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2.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3.fntdata"/><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1.fntdata"/><Relationship Id="rId91" Type="http://schemas.openxmlformats.org/officeDocument/2006/relationships/font" Target="fonts/font4.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9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customschemas.google.com/relationships/presentationmetadata" Target="metadata"/><Relationship Id="rId9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lab singh chauhan" userId="84f63b75759120c1" providerId="LiveId" clId="{F2D179CA-45CF-4C08-BBD4-8A2B8AC70431}"/>
    <pc:docChg chg="addSld delSld">
      <pc:chgData name="gulab singh chauhan" userId="84f63b75759120c1" providerId="LiveId" clId="{F2D179CA-45CF-4C08-BBD4-8A2B8AC70431}" dt="2024-08-08T09:38:07.690" v="3" actId="47"/>
      <pc:docMkLst>
        <pc:docMk/>
      </pc:docMkLst>
      <pc:sldChg chg="new del">
        <pc:chgData name="gulab singh chauhan" userId="84f63b75759120c1" providerId="LiveId" clId="{F2D179CA-45CF-4C08-BBD4-8A2B8AC70431}" dt="2024-08-08T09:38:07.690" v="3" actId="47"/>
        <pc:sldMkLst>
          <pc:docMk/>
          <pc:sldMk cId="348387096" sldId="265"/>
        </pc:sldMkLst>
      </pc:sldChg>
      <pc:sldChg chg="new del">
        <pc:chgData name="gulab singh chauhan" userId="84f63b75759120c1" providerId="LiveId" clId="{F2D179CA-45CF-4C08-BBD4-8A2B8AC70431}" dt="2024-08-08T09:38:05.159" v="2" actId="47"/>
        <pc:sldMkLst>
          <pc:docMk/>
          <pc:sldMk cId="2075861636" sldId="266"/>
        </pc:sldMkLst>
      </pc:sldChg>
      <pc:sldMasterChg chg="delSldLayout">
        <pc:chgData name="gulab singh chauhan" userId="84f63b75759120c1" providerId="LiveId" clId="{F2D179CA-45CF-4C08-BBD4-8A2B8AC70431}" dt="2024-08-08T09:38:07.690" v="3" actId="47"/>
        <pc:sldMasterMkLst>
          <pc:docMk/>
          <pc:sldMasterMk cId="0" sldId="2147483648"/>
        </pc:sldMasterMkLst>
        <pc:sldLayoutChg chg="del">
          <pc:chgData name="gulab singh chauhan" userId="84f63b75759120c1" providerId="LiveId" clId="{F2D179CA-45CF-4C08-BBD4-8A2B8AC70431}" dt="2024-08-08T09:38:07.690" v="3" actId="47"/>
          <pc:sldLayoutMkLst>
            <pc:docMk/>
            <pc:sldMasterMk cId="0" sldId="2147483648"/>
            <pc:sldLayoutMk cId="0" sldId="2147483650"/>
          </pc:sldLayoutMkLst>
        </pc:sldLayoutChg>
      </pc:sldMasterChg>
    </pc:docChg>
  </pc:docChgLst>
  <pc:docChgLst>
    <pc:chgData name="gulab singh chauhan" userId="84f63b75759120c1" providerId="LiveId" clId="{84C02A02-D6CD-4BA2-A59E-1E6865F2168D}"/>
    <pc:docChg chg="undo redo custSel addSld delSld modSld sldOrd">
      <pc:chgData name="gulab singh chauhan" userId="84f63b75759120c1" providerId="LiveId" clId="{84C02A02-D6CD-4BA2-A59E-1E6865F2168D}" dt="2024-10-01T03:47:18.870" v="4037" actId="20577"/>
      <pc:docMkLst>
        <pc:docMk/>
      </pc:docMkLst>
      <pc:sldChg chg="addSp delSp modSp mod">
        <pc:chgData name="gulab singh chauhan" userId="84f63b75759120c1" providerId="LiveId" clId="{84C02A02-D6CD-4BA2-A59E-1E6865F2168D}" dt="2024-09-23T05:58:05.890" v="3333" actId="20577"/>
        <pc:sldMkLst>
          <pc:docMk/>
          <pc:sldMk cId="0" sldId="256"/>
        </pc:sldMkLst>
        <pc:spChg chg="add del mod">
          <ac:chgData name="gulab singh chauhan" userId="84f63b75759120c1" providerId="LiveId" clId="{84C02A02-D6CD-4BA2-A59E-1E6865F2168D}" dt="2024-09-23T05:58:05.890" v="3333" actId="20577"/>
          <ac:spMkLst>
            <pc:docMk/>
            <pc:sldMk cId="0" sldId="256"/>
            <ac:spMk id="97" creationId="{00000000-0000-0000-0000-000000000000}"/>
          </ac:spMkLst>
        </pc:spChg>
      </pc:sldChg>
      <pc:sldChg chg="modSp del mod">
        <pc:chgData name="gulab singh chauhan" userId="84f63b75759120c1" providerId="LiveId" clId="{84C02A02-D6CD-4BA2-A59E-1E6865F2168D}" dt="2024-08-20T08:52:18.367" v="269" actId="47"/>
        <pc:sldMkLst>
          <pc:docMk/>
          <pc:sldMk cId="0" sldId="257"/>
        </pc:sldMkLst>
        <pc:spChg chg="mod">
          <ac:chgData name="gulab singh chauhan" userId="84f63b75759120c1" providerId="LiveId" clId="{84C02A02-D6CD-4BA2-A59E-1E6865F2168D}" dt="2024-08-19T08:23:36.851" v="5" actId="20577"/>
          <ac:spMkLst>
            <pc:docMk/>
            <pc:sldMk cId="0" sldId="257"/>
            <ac:spMk id="113" creationId="{00000000-0000-0000-0000-000000000000}"/>
          </ac:spMkLst>
        </pc:spChg>
      </pc:sldChg>
      <pc:sldChg chg="del">
        <pc:chgData name="gulab singh chauhan" userId="84f63b75759120c1" providerId="LiveId" clId="{84C02A02-D6CD-4BA2-A59E-1E6865F2168D}" dt="2024-08-20T08:52:19.183" v="270" actId="47"/>
        <pc:sldMkLst>
          <pc:docMk/>
          <pc:sldMk cId="0" sldId="258"/>
        </pc:sldMkLst>
      </pc:sldChg>
      <pc:sldChg chg="addSp delSp modSp mod ord">
        <pc:chgData name="gulab singh chauhan" userId="84f63b75759120c1" providerId="LiveId" clId="{84C02A02-D6CD-4BA2-A59E-1E6865F2168D}" dt="2024-09-25T08:50:25.330" v="4032" actId="20577"/>
        <pc:sldMkLst>
          <pc:docMk/>
          <pc:sldMk cId="0" sldId="259"/>
        </pc:sldMkLst>
        <pc:spChg chg="add mod">
          <ac:chgData name="gulab singh chauhan" userId="84f63b75759120c1" providerId="LiveId" clId="{84C02A02-D6CD-4BA2-A59E-1E6865F2168D}" dt="2024-09-25T08:50:25.330" v="4032" actId="20577"/>
          <ac:spMkLst>
            <pc:docMk/>
            <pc:sldMk cId="0" sldId="259"/>
            <ac:spMk id="3" creationId="{99535A8C-76E9-3491-63C3-1191A5915A88}"/>
          </ac:spMkLst>
        </pc:spChg>
        <pc:spChg chg="del mod">
          <ac:chgData name="gulab singh chauhan" userId="84f63b75759120c1" providerId="LiveId" clId="{84C02A02-D6CD-4BA2-A59E-1E6865F2168D}" dt="2024-09-23T08:44:35.633" v="3334" actId="478"/>
          <ac:spMkLst>
            <pc:docMk/>
            <pc:sldMk cId="0" sldId="259"/>
            <ac:spMk id="145" creationId="{00000000-0000-0000-0000-000000000000}"/>
          </ac:spMkLst>
        </pc:spChg>
        <pc:spChg chg="del mod">
          <ac:chgData name="gulab singh chauhan" userId="84f63b75759120c1" providerId="LiveId" clId="{84C02A02-D6CD-4BA2-A59E-1E6865F2168D}" dt="2024-09-23T08:44:40.869" v="3336" actId="478"/>
          <ac:spMkLst>
            <pc:docMk/>
            <pc:sldMk cId="0" sldId="259"/>
            <ac:spMk id="146" creationId="{00000000-0000-0000-0000-000000000000}"/>
          </ac:spMkLst>
        </pc:spChg>
      </pc:sldChg>
      <pc:sldChg chg="delSp modSp del mod ord">
        <pc:chgData name="gulab singh chauhan" userId="84f63b75759120c1" providerId="LiveId" clId="{84C02A02-D6CD-4BA2-A59E-1E6865F2168D}" dt="2024-09-09T09:49:38.346" v="1482" actId="47"/>
        <pc:sldMkLst>
          <pc:docMk/>
          <pc:sldMk cId="0" sldId="260"/>
        </pc:sldMkLst>
        <pc:spChg chg="mod">
          <ac:chgData name="gulab singh chauhan" userId="84f63b75759120c1" providerId="LiveId" clId="{84C02A02-D6CD-4BA2-A59E-1E6865F2168D}" dt="2024-09-09T09:42:19.237" v="1315"/>
          <ac:spMkLst>
            <pc:docMk/>
            <pc:sldMk cId="0" sldId="260"/>
            <ac:spMk id="158" creationId="{00000000-0000-0000-0000-000000000000}"/>
          </ac:spMkLst>
        </pc:spChg>
        <pc:spChg chg="del mod">
          <ac:chgData name="gulab singh chauhan" userId="84f63b75759120c1" providerId="LiveId" clId="{84C02A02-D6CD-4BA2-A59E-1E6865F2168D}" dt="2024-08-20T08:51:33.780" v="268"/>
          <ac:spMkLst>
            <pc:docMk/>
            <pc:sldMk cId="0" sldId="260"/>
            <ac:spMk id="159" creationId="{00000000-0000-0000-0000-000000000000}"/>
          </ac:spMkLst>
        </pc:spChg>
        <pc:spChg chg="mod">
          <ac:chgData name="gulab singh chauhan" userId="84f63b75759120c1" providerId="LiveId" clId="{84C02A02-D6CD-4BA2-A59E-1E6865F2168D}" dt="2024-09-09T09:41:16.439" v="795" actId="207"/>
          <ac:spMkLst>
            <pc:docMk/>
            <pc:sldMk cId="0" sldId="260"/>
            <ac:spMk id="160" creationId="{00000000-0000-0000-0000-000000000000}"/>
          </ac:spMkLst>
        </pc:spChg>
      </pc:sldChg>
      <pc:sldChg chg="del">
        <pc:chgData name="gulab singh chauhan" userId="84f63b75759120c1" providerId="LiveId" clId="{84C02A02-D6CD-4BA2-A59E-1E6865F2168D}" dt="2024-09-18T05:35:32.713" v="3097" actId="47"/>
        <pc:sldMkLst>
          <pc:docMk/>
          <pc:sldMk cId="0" sldId="261"/>
        </pc:sldMkLst>
      </pc:sldChg>
      <pc:sldChg chg="del">
        <pc:chgData name="gulab singh chauhan" userId="84f63b75759120c1" providerId="LiveId" clId="{84C02A02-D6CD-4BA2-A59E-1E6865F2168D}" dt="2024-09-18T05:35:40.819" v="3098" actId="47"/>
        <pc:sldMkLst>
          <pc:docMk/>
          <pc:sldMk cId="0" sldId="262"/>
        </pc:sldMkLst>
      </pc:sldChg>
      <pc:sldChg chg="del">
        <pc:chgData name="gulab singh chauhan" userId="84f63b75759120c1" providerId="LiveId" clId="{84C02A02-D6CD-4BA2-A59E-1E6865F2168D}" dt="2024-09-18T05:35:42.476" v="3099" actId="47"/>
        <pc:sldMkLst>
          <pc:docMk/>
          <pc:sldMk cId="0" sldId="263"/>
        </pc:sldMkLst>
      </pc:sldChg>
      <pc:sldChg chg="new del">
        <pc:chgData name="gulab singh chauhan" userId="84f63b75759120c1" providerId="LiveId" clId="{84C02A02-D6CD-4BA2-A59E-1E6865F2168D}" dt="2024-08-20T08:39:10.914" v="71" actId="47"/>
        <pc:sldMkLst>
          <pc:docMk/>
          <pc:sldMk cId="1793326953" sldId="265"/>
        </pc:sldMkLst>
      </pc:sldChg>
      <pc:sldChg chg="addSp delSp modSp add del mod ord">
        <pc:chgData name="gulab singh chauhan" userId="84f63b75759120c1" providerId="LiveId" clId="{84C02A02-D6CD-4BA2-A59E-1E6865F2168D}" dt="2024-08-20T09:03:23.677" v="395" actId="47"/>
        <pc:sldMkLst>
          <pc:docMk/>
          <pc:sldMk cId="2471994206" sldId="265"/>
        </pc:sldMkLst>
        <pc:spChg chg="add mod">
          <ac:chgData name="gulab singh chauhan" userId="84f63b75759120c1" providerId="LiveId" clId="{84C02A02-D6CD-4BA2-A59E-1E6865F2168D}" dt="2024-08-20T08:54:45.658" v="335" actId="14100"/>
          <ac:spMkLst>
            <pc:docMk/>
            <pc:sldMk cId="2471994206" sldId="265"/>
            <ac:spMk id="2" creationId="{2BBB7463-2F23-E2F7-FF2C-FB39ED04175D}"/>
          </ac:spMkLst>
        </pc:spChg>
        <pc:spChg chg="add mod">
          <ac:chgData name="gulab singh chauhan" userId="84f63b75759120c1" providerId="LiveId" clId="{84C02A02-D6CD-4BA2-A59E-1E6865F2168D}" dt="2024-08-20T08:58:04.548" v="362" actId="1076"/>
          <ac:spMkLst>
            <pc:docMk/>
            <pc:sldMk cId="2471994206" sldId="265"/>
            <ac:spMk id="5" creationId="{FD7F7FBB-C735-49F8-8542-50692419A5C9}"/>
          </ac:spMkLst>
        </pc:spChg>
        <pc:spChg chg="add del mod">
          <ac:chgData name="gulab singh chauhan" userId="84f63b75759120c1" providerId="LiveId" clId="{84C02A02-D6CD-4BA2-A59E-1E6865F2168D}" dt="2024-08-20T08:59:15.567" v="369" actId="478"/>
          <ac:spMkLst>
            <pc:docMk/>
            <pc:sldMk cId="2471994206" sldId="265"/>
            <ac:spMk id="6" creationId="{E1DA12D0-2EEB-54EA-32E4-E0DC5DBC2A10}"/>
          </ac:spMkLst>
        </pc:spChg>
        <pc:spChg chg="del mod">
          <ac:chgData name="gulab singh chauhan" userId="84f63b75759120c1" providerId="LiveId" clId="{84C02A02-D6CD-4BA2-A59E-1E6865F2168D}" dt="2024-08-20T08:54:24.444" v="332"/>
          <ac:spMkLst>
            <pc:docMk/>
            <pc:sldMk cId="2471994206" sldId="265"/>
            <ac:spMk id="158" creationId="{00000000-0000-0000-0000-000000000000}"/>
          </ac:spMkLst>
        </pc:spChg>
        <pc:spChg chg="mod">
          <ac:chgData name="gulab singh chauhan" userId="84f63b75759120c1" providerId="LiveId" clId="{84C02A02-D6CD-4BA2-A59E-1E6865F2168D}" dt="2024-08-20T08:54:22.849" v="330" actId="404"/>
          <ac:spMkLst>
            <pc:docMk/>
            <pc:sldMk cId="2471994206" sldId="265"/>
            <ac:spMk id="160" creationId="{00000000-0000-0000-0000-000000000000}"/>
          </ac:spMkLst>
        </pc:spChg>
        <pc:picChg chg="add del mod">
          <ac:chgData name="gulab singh chauhan" userId="84f63b75759120c1" providerId="LiveId" clId="{84C02A02-D6CD-4BA2-A59E-1E6865F2168D}" dt="2024-08-20T08:56:24.552" v="339" actId="478"/>
          <ac:picMkLst>
            <pc:docMk/>
            <pc:sldMk cId="2471994206" sldId="265"/>
            <ac:picMk id="4" creationId="{54A7F076-25A1-6BCA-E606-35E3CB137C72}"/>
          </ac:picMkLst>
        </pc:picChg>
        <pc:picChg chg="add mod">
          <ac:chgData name="gulab singh chauhan" userId="84f63b75759120c1" providerId="LiveId" clId="{84C02A02-D6CD-4BA2-A59E-1E6865F2168D}" dt="2024-08-20T08:58:04.548" v="362" actId="1076"/>
          <ac:picMkLst>
            <pc:docMk/>
            <pc:sldMk cId="2471994206" sldId="265"/>
            <ac:picMk id="1028" creationId="{175937F3-515D-A98A-5AF3-540B1CDB7806}"/>
          </ac:picMkLst>
        </pc:picChg>
      </pc:sldChg>
      <pc:sldChg chg="new del">
        <pc:chgData name="gulab singh chauhan" userId="84f63b75759120c1" providerId="LiveId" clId="{84C02A02-D6CD-4BA2-A59E-1E6865F2168D}" dt="2024-08-20T08:38:50.539" v="69" actId="47"/>
        <pc:sldMkLst>
          <pc:docMk/>
          <pc:sldMk cId="3182293031" sldId="265"/>
        </pc:sldMkLst>
      </pc:sldChg>
      <pc:sldChg chg="new del">
        <pc:chgData name="gulab singh chauhan" userId="84f63b75759120c1" providerId="LiveId" clId="{84C02A02-D6CD-4BA2-A59E-1E6865F2168D}" dt="2024-08-20T08:40:03.834" v="75" actId="47"/>
        <pc:sldMkLst>
          <pc:docMk/>
          <pc:sldMk cId="3624776546" sldId="265"/>
        </pc:sldMkLst>
      </pc:sldChg>
      <pc:sldChg chg="addSp delSp modSp add mod ord">
        <pc:chgData name="gulab singh chauhan" userId="84f63b75759120c1" providerId="LiveId" clId="{84C02A02-D6CD-4BA2-A59E-1E6865F2168D}" dt="2024-09-09T10:28:14.328" v="2585" actId="1036"/>
        <pc:sldMkLst>
          <pc:docMk/>
          <pc:sldMk cId="293860733" sldId="266"/>
        </pc:sldMkLst>
        <pc:spChg chg="add mod">
          <ac:chgData name="gulab singh chauhan" userId="84f63b75759120c1" providerId="LiveId" clId="{84C02A02-D6CD-4BA2-A59E-1E6865F2168D}" dt="2024-08-20T09:01:57.465" v="380" actId="14100"/>
          <ac:spMkLst>
            <pc:docMk/>
            <pc:sldMk cId="293860733" sldId="266"/>
            <ac:spMk id="2" creationId="{07E6244A-E791-3C1D-8C2B-F9073DC19317}"/>
          </ac:spMkLst>
        </pc:spChg>
        <pc:spChg chg="del mod">
          <ac:chgData name="gulab singh chauhan" userId="84f63b75759120c1" providerId="LiveId" clId="{84C02A02-D6CD-4BA2-A59E-1E6865F2168D}" dt="2024-08-20T09:02:42.081" v="391"/>
          <ac:spMkLst>
            <pc:docMk/>
            <pc:sldMk cId="293860733" sldId="266"/>
            <ac:spMk id="158" creationId="{00000000-0000-0000-0000-000000000000}"/>
          </ac:spMkLst>
        </pc:spChg>
        <pc:spChg chg="add del mod">
          <ac:chgData name="gulab singh chauhan" userId="84f63b75759120c1" providerId="LiveId" clId="{84C02A02-D6CD-4BA2-A59E-1E6865F2168D}" dt="2024-09-09T10:12:52.173" v="2316" actId="404"/>
          <ac:spMkLst>
            <pc:docMk/>
            <pc:sldMk cId="293860733" sldId="266"/>
            <ac:spMk id="160" creationId="{00000000-0000-0000-0000-000000000000}"/>
          </ac:spMkLst>
        </pc:spChg>
        <pc:picChg chg="add mod">
          <ac:chgData name="gulab singh chauhan" userId="84f63b75759120c1" providerId="LiveId" clId="{84C02A02-D6CD-4BA2-A59E-1E6865F2168D}" dt="2024-09-09T10:11:22.584" v="2272"/>
          <ac:picMkLst>
            <pc:docMk/>
            <pc:sldMk cId="293860733" sldId="266"/>
            <ac:picMk id="3" creationId="{C608AFDA-68F8-FEC4-8D08-791349A8C325}"/>
          </ac:picMkLst>
        </pc:picChg>
        <pc:picChg chg="add mod">
          <ac:chgData name="gulab singh chauhan" userId="84f63b75759120c1" providerId="LiveId" clId="{84C02A02-D6CD-4BA2-A59E-1E6865F2168D}" dt="2024-09-09T10:28:14.328" v="2585" actId="1036"/>
          <ac:picMkLst>
            <pc:docMk/>
            <pc:sldMk cId="293860733" sldId="266"/>
            <ac:picMk id="4" creationId="{A870B461-721C-CC6F-F6FF-3B651E7C783F}"/>
          </ac:picMkLst>
        </pc:picChg>
        <pc:picChg chg="add del mod">
          <ac:chgData name="gulab singh chauhan" userId="84f63b75759120c1" providerId="LiveId" clId="{84C02A02-D6CD-4BA2-A59E-1E6865F2168D}" dt="2024-09-09T10:11:20.084" v="2271" actId="478"/>
          <ac:picMkLst>
            <pc:docMk/>
            <pc:sldMk cId="293860733" sldId="266"/>
            <ac:picMk id="2050" creationId="{FB5D8C29-85D6-ED02-2827-53EF23729FE8}"/>
          </ac:picMkLst>
        </pc:picChg>
      </pc:sldChg>
      <pc:sldChg chg="add del">
        <pc:chgData name="gulab singh chauhan" userId="84f63b75759120c1" providerId="LiveId" clId="{84C02A02-D6CD-4BA2-A59E-1E6865F2168D}" dt="2024-08-20T08:40:00.296" v="74" actId="47"/>
        <pc:sldMkLst>
          <pc:docMk/>
          <pc:sldMk cId="3503218570" sldId="266"/>
        </pc:sldMkLst>
      </pc:sldChg>
      <pc:sldChg chg="addSp delSp modSp add mod">
        <pc:chgData name="gulab singh chauhan" userId="84f63b75759120c1" providerId="LiveId" clId="{84C02A02-D6CD-4BA2-A59E-1E6865F2168D}" dt="2024-09-09T10:31:01.283" v="2680" actId="14100"/>
        <pc:sldMkLst>
          <pc:docMk/>
          <pc:sldMk cId="2409463516" sldId="267"/>
        </pc:sldMkLst>
        <pc:spChg chg="del mod">
          <ac:chgData name="gulab singh chauhan" userId="84f63b75759120c1" providerId="LiveId" clId="{84C02A02-D6CD-4BA2-A59E-1E6865F2168D}" dt="2024-09-09T10:29:39.658" v="2587" actId="478"/>
          <ac:spMkLst>
            <pc:docMk/>
            <pc:sldMk cId="2409463516" sldId="267"/>
            <ac:spMk id="158" creationId="{00000000-0000-0000-0000-000000000000}"/>
          </ac:spMkLst>
        </pc:spChg>
        <pc:spChg chg="mod">
          <ac:chgData name="gulab singh chauhan" userId="84f63b75759120c1" providerId="LiveId" clId="{84C02A02-D6CD-4BA2-A59E-1E6865F2168D}" dt="2024-09-09T10:31:01.283" v="2680" actId="14100"/>
          <ac:spMkLst>
            <pc:docMk/>
            <pc:sldMk cId="2409463516" sldId="267"/>
            <ac:spMk id="160" creationId="{00000000-0000-0000-0000-000000000000}"/>
          </ac:spMkLst>
        </pc:spChg>
        <pc:picChg chg="add mod">
          <ac:chgData name="gulab singh chauhan" userId="84f63b75759120c1" providerId="LiveId" clId="{84C02A02-D6CD-4BA2-A59E-1E6865F2168D}" dt="2024-09-09T10:30:03.038" v="2590" actId="14100"/>
          <ac:picMkLst>
            <pc:docMk/>
            <pc:sldMk cId="2409463516" sldId="267"/>
            <ac:picMk id="2" creationId="{58DA9CBA-7C07-190D-13B8-81CC67F53C53}"/>
          </ac:picMkLst>
        </pc:picChg>
      </pc:sldChg>
      <pc:sldChg chg="addSp delSp modSp add mod">
        <pc:chgData name="gulab singh chauhan" userId="84f63b75759120c1" providerId="LiveId" clId="{84C02A02-D6CD-4BA2-A59E-1E6865F2168D}" dt="2024-09-09T10:33:04.320" v="2979" actId="404"/>
        <pc:sldMkLst>
          <pc:docMk/>
          <pc:sldMk cId="1938718467" sldId="268"/>
        </pc:sldMkLst>
        <pc:spChg chg="del mod">
          <ac:chgData name="gulab singh chauhan" userId="84f63b75759120c1" providerId="LiveId" clId="{84C02A02-D6CD-4BA2-A59E-1E6865F2168D}" dt="2024-09-09T10:32:07.979" v="2942"/>
          <ac:spMkLst>
            <pc:docMk/>
            <pc:sldMk cId="1938718467" sldId="268"/>
            <ac:spMk id="158" creationId="{00000000-0000-0000-0000-000000000000}"/>
          </ac:spMkLst>
        </pc:spChg>
        <pc:spChg chg="mod">
          <ac:chgData name="gulab singh chauhan" userId="84f63b75759120c1" providerId="LiveId" clId="{84C02A02-D6CD-4BA2-A59E-1E6865F2168D}" dt="2024-09-09T10:33:04.320" v="2979" actId="404"/>
          <ac:spMkLst>
            <pc:docMk/>
            <pc:sldMk cId="1938718467" sldId="268"/>
            <ac:spMk id="160" creationId="{00000000-0000-0000-0000-000000000000}"/>
          </ac:spMkLst>
        </pc:spChg>
        <pc:picChg chg="add mod">
          <ac:chgData name="gulab singh chauhan" userId="84f63b75759120c1" providerId="LiveId" clId="{84C02A02-D6CD-4BA2-A59E-1E6865F2168D}" dt="2024-09-09T10:32:27.403" v="2947" actId="14100"/>
          <ac:picMkLst>
            <pc:docMk/>
            <pc:sldMk cId="1938718467" sldId="268"/>
            <ac:picMk id="2" creationId="{19970495-4A3B-9AB0-9E14-C7733071F334}"/>
          </ac:picMkLst>
        </pc:picChg>
      </pc:sldChg>
      <pc:sldChg chg="addSp delSp modSp add mod">
        <pc:chgData name="gulab singh chauhan" userId="84f63b75759120c1" providerId="LiveId" clId="{84C02A02-D6CD-4BA2-A59E-1E6865F2168D}" dt="2024-09-09T10:51:39.852" v="3095" actId="14100"/>
        <pc:sldMkLst>
          <pc:docMk/>
          <pc:sldMk cId="553288462" sldId="269"/>
        </pc:sldMkLst>
        <pc:spChg chg="del mod">
          <ac:chgData name="gulab singh chauhan" userId="84f63b75759120c1" providerId="LiveId" clId="{84C02A02-D6CD-4BA2-A59E-1E6865F2168D}" dt="2024-09-09T10:37:16.409" v="2981" actId="478"/>
          <ac:spMkLst>
            <pc:docMk/>
            <pc:sldMk cId="553288462" sldId="269"/>
            <ac:spMk id="158" creationId="{00000000-0000-0000-0000-000000000000}"/>
          </ac:spMkLst>
        </pc:spChg>
        <pc:spChg chg="mod">
          <ac:chgData name="gulab singh chauhan" userId="84f63b75759120c1" providerId="LiveId" clId="{84C02A02-D6CD-4BA2-A59E-1E6865F2168D}" dt="2024-09-09T10:38:00.439" v="3038" actId="20577"/>
          <ac:spMkLst>
            <pc:docMk/>
            <pc:sldMk cId="553288462" sldId="269"/>
            <ac:spMk id="160" creationId="{00000000-0000-0000-0000-000000000000}"/>
          </ac:spMkLst>
        </pc:spChg>
        <pc:picChg chg="add mod">
          <ac:chgData name="gulab singh chauhan" userId="84f63b75759120c1" providerId="LiveId" clId="{84C02A02-D6CD-4BA2-A59E-1E6865F2168D}" dt="2024-09-09T10:51:39.852" v="3095" actId="14100"/>
          <ac:picMkLst>
            <pc:docMk/>
            <pc:sldMk cId="553288462" sldId="269"/>
            <ac:picMk id="2" creationId="{2EAC8D75-81C7-6B0F-D94E-882F26678075}"/>
          </ac:picMkLst>
        </pc:picChg>
      </pc:sldChg>
      <pc:sldChg chg="addSp delSp modSp add mod">
        <pc:chgData name="gulab singh chauhan" userId="84f63b75759120c1" providerId="LiveId" clId="{84C02A02-D6CD-4BA2-A59E-1E6865F2168D}" dt="2024-09-09T10:39:57.662" v="3092" actId="20577"/>
        <pc:sldMkLst>
          <pc:docMk/>
          <pc:sldMk cId="234692899" sldId="270"/>
        </pc:sldMkLst>
        <pc:spChg chg="del mod">
          <ac:chgData name="gulab singh chauhan" userId="84f63b75759120c1" providerId="LiveId" clId="{84C02A02-D6CD-4BA2-A59E-1E6865F2168D}" dt="2024-08-20T09:30:51.120" v="694"/>
          <ac:spMkLst>
            <pc:docMk/>
            <pc:sldMk cId="234692899" sldId="270"/>
            <ac:spMk id="158" creationId="{00000000-0000-0000-0000-000000000000}"/>
          </ac:spMkLst>
        </pc:spChg>
        <pc:spChg chg="mod">
          <ac:chgData name="gulab singh chauhan" userId="84f63b75759120c1" providerId="LiveId" clId="{84C02A02-D6CD-4BA2-A59E-1E6865F2168D}" dt="2024-09-09T10:39:57.662" v="3092" actId="20577"/>
          <ac:spMkLst>
            <pc:docMk/>
            <pc:sldMk cId="234692899" sldId="270"/>
            <ac:spMk id="160" creationId="{00000000-0000-0000-0000-000000000000}"/>
          </ac:spMkLst>
        </pc:spChg>
        <pc:graphicFrameChg chg="add del mod modGraphic">
          <ac:chgData name="gulab singh chauhan" userId="84f63b75759120c1" providerId="LiveId" clId="{84C02A02-D6CD-4BA2-A59E-1E6865F2168D}" dt="2024-09-09T10:38:57.652" v="3039" actId="478"/>
          <ac:graphicFrameMkLst>
            <pc:docMk/>
            <pc:sldMk cId="234692899" sldId="270"/>
            <ac:graphicFrameMk id="2" creationId="{2F39E8B8-AC8F-212D-16E8-31B6395BE8BF}"/>
          </ac:graphicFrameMkLst>
        </pc:graphicFrameChg>
        <pc:graphicFrameChg chg="add mod">
          <ac:chgData name="gulab singh chauhan" userId="84f63b75759120c1" providerId="LiveId" clId="{84C02A02-D6CD-4BA2-A59E-1E6865F2168D}" dt="2024-08-20T09:31:39.718" v="695"/>
          <ac:graphicFrameMkLst>
            <pc:docMk/>
            <pc:sldMk cId="234692899" sldId="270"/>
            <ac:graphicFrameMk id="3" creationId="{5AE53AEB-DDFA-DA79-C5D8-AC1717EF2B7C}"/>
          </ac:graphicFrameMkLst>
        </pc:graphicFrameChg>
        <pc:picChg chg="add mod">
          <ac:chgData name="gulab singh chauhan" userId="84f63b75759120c1" providerId="LiveId" clId="{84C02A02-D6CD-4BA2-A59E-1E6865F2168D}" dt="2024-09-09T10:39:13.164" v="3043" actId="1076"/>
          <ac:picMkLst>
            <pc:docMk/>
            <pc:sldMk cId="234692899" sldId="270"/>
            <ac:picMk id="3" creationId="{704FEEC1-29AB-36EA-759D-06806CD86698}"/>
          </ac:picMkLst>
        </pc:picChg>
      </pc:sldChg>
      <pc:sldChg chg="addSp modSp add del mod ord">
        <pc:chgData name="gulab singh chauhan" userId="84f63b75759120c1" providerId="LiveId" clId="{84C02A02-D6CD-4BA2-A59E-1E6865F2168D}" dt="2024-09-18T05:35:29.542" v="3096" actId="47"/>
        <pc:sldMkLst>
          <pc:docMk/>
          <pc:sldMk cId="2762152668" sldId="271"/>
        </pc:sldMkLst>
        <pc:spChg chg="mod">
          <ac:chgData name="gulab singh chauhan" userId="84f63b75759120c1" providerId="LiveId" clId="{84C02A02-D6CD-4BA2-A59E-1E6865F2168D}" dt="2024-08-20T09:32:02.268" v="697" actId="6549"/>
          <ac:spMkLst>
            <pc:docMk/>
            <pc:sldMk cId="2762152668" sldId="271"/>
            <ac:spMk id="158" creationId="{00000000-0000-0000-0000-000000000000}"/>
          </ac:spMkLst>
        </pc:spChg>
        <pc:graphicFrameChg chg="add mod modGraphic">
          <ac:chgData name="gulab singh chauhan" userId="84f63b75759120c1" providerId="LiveId" clId="{84C02A02-D6CD-4BA2-A59E-1E6865F2168D}" dt="2024-08-20T09:33:11.452" v="704" actId="14100"/>
          <ac:graphicFrameMkLst>
            <pc:docMk/>
            <pc:sldMk cId="2762152668" sldId="271"/>
            <ac:graphicFrameMk id="2" creationId="{4135A8D5-03F9-95EA-E15B-1CF14E1D805D}"/>
          </ac:graphicFrameMkLst>
        </pc:graphicFrameChg>
      </pc:sldChg>
      <pc:sldChg chg="new del">
        <pc:chgData name="gulab singh chauhan" userId="84f63b75759120c1" providerId="LiveId" clId="{84C02A02-D6CD-4BA2-A59E-1E6865F2168D}" dt="2024-09-09T09:52:17.170" v="1486" actId="680"/>
        <pc:sldMkLst>
          <pc:docMk/>
          <pc:sldMk cId="2406788990" sldId="272"/>
        </pc:sldMkLst>
      </pc:sldChg>
      <pc:sldChg chg="new del">
        <pc:chgData name="gulab singh chauhan" userId="84f63b75759120c1" providerId="LiveId" clId="{84C02A02-D6CD-4BA2-A59E-1E6865F2168D}" dt="2024-09-09T09:44:01.815" v="1317" actId="680"/>
        <pc:sldMkLst>
          <pc:docMk/>
          <pc:sldMk cId="2665135148" sldId="272"/>
        </pc:sldMkLst>
      </pc:sldChg>
      <pc:sldChg chg="new del">
        <pc:chgData name="gulab singh chauhan" userId="84f63b75759120c1" providerId="LiveId" clId="{84C02A02-D6CD-4BA2-A59E-1E6865F2168D}" dt="2024-09-09T09:50:34.124" v="1484" actId="680"/>
        <pc:sldMkLst>
          <pc:docMk/>
          <pc:sldMk cId="2971636003" sldId="272"/>
        </pc:sldMkLst>
      </pc:sldChg>
      <pc:sldChg chg="add del">
        <pc:chgData name="gulab singh chauhan" userId="84f63b75759120c1" providerId="LiveId" clId="{84C02A02-D6CD-4BA2-A59E-1E6865F2168D}" dt="2024-08-20T09:32:11.944" v="699"/>
        <pc:sldMkLst>
          <pc:docMk/>
          <pc:sldMk cId="3877763886" sldId="272"/>
        </pc:sldMkLst>
      </pc:sldChg>
      <pc:sldChg chg="modSp add mod">
        <pc:chgData name="gulab singh chauhan" userId="84f63b75759120c1" providerId="LiveId" clId="{84C02A02-D6CD-4BA2-A59E-1E6865F2168D}" dt="2024-09-09T09:57:28.982" v="1684" actId="5793"/>
        <pc:sldMkLst>
          <pc:docMk/>
          <pc:sldMk cId="4119473047" sldId="272"/>
        </pc:sldMkLst>
        <pc:spChg chg="mod">
          <ac:chgData name="gulab singh chauhan" userId="84f63b75759120c1" providerId="LiveId" clId="{84C02A02-D6CD-4BA2-A59E-1E6865F2168D}" dt="2024-09-09T09:57:28.982" v="1684" actId="5793"/>
          <ac:spMkLst>
            <pc:docMk/>
            <pc:sldMk cId="4119473047" sldId="272"/>
            <ac:spMk id="145" creationId="{00000000-0000-0000-0000-000000000000}"/>
          </ac:spMkLst>
        </pc:spChg>
        <pc:spChg chg="mod">
          <ac:chgData name="gulab singh chauhan" userId="84f63b75759120c1" providerId="LiveId" clId="{84C02A02-D6CD-4BA2-A59E-1E6865F2168D}" dt="2024-09-09T09:53:36.343" v="1518" actId="403"/>
          <ac:spMkLst>
            <pc:docMk/>
            <pc:sldMk cId="4119473047" sldId="272"/>
            <ac:spMk id="146" creationId="{00000000-0000-0000-0000-000000000000}"/>
          </ac:spMkLst>
        </pc:spChg>
      </pc:sldChg>
      <pc:sldChg chg="modSp add mod">
        <pc:chgData name="gulab singh chauhan" userId="84f63b75759120c1" providerId="LiveId" clId="{84C02A02-D6CD-4BA2-A59E-1E6865F2168D}" dt="2024-09-19T03:29:51.045" v="3293" actId="20577"/>
        <pc:sldMkLst>
          <pc:docMk/>
          <pc:sldMk cId="2445969125" sldId="273"/>
        </pc:sldMkLst>
        <pc:spChg chg="mod">
          <ac:chgData name="gulab singh chauhan" userId="84f63b75759120c1" providerId="LiveId" clId="{84C02A02-D6CD-4BA2-A59E-1E6865F2168D}" dt="2024-09-19T03:29:51.045" v="3293" actId="20577"/>
          <ac:spMkLst>
            <pc:docMk/>
            <pc:sldMk cId="2445969125" sldId="273"/>
            <ac:spMk id="145" creationId="{00000000-0000-0000-0000-000000000000}"/>
          </ac:spMkLst>
        </pc:spChg>
        <pc:spChg chg="mod">
          <ac:chgData name="gulab singh chauhan" userId="84f63b75759120c1" providerId="LiveId" clId="{84C02A02-D6CD-4BA2-A59E-1E6865F2168D}" dt="2024-09-09T09:59:42.117" v="1723" actId="20577"/>
          <ac:spMkLst>
            <pc:docMk/>
            <pc:sldMk cId="2445969125" sldId="273"/>
            <ac:spMk id="146" creationId="{00000000-0000-0000-0000-000000000000}"/>
          </ac:spMkLst>
        </pc:spChg>
      </pc:sldChg>
      <pc:sldChg chg="modSp add mod">
        <pc:chgData name="gulab singh chauhan" userId="84f63b75759120c1" providerId="LiveId" clId="{84C02A02-D6CD-4BA2-A59E-1E6865F2168D}" dt="2024-09-09T10:09:15.505" v="2270" actId="20577"/>
        <pc:sldMkLst>
          <pc:docMk/>
          <pc:sldMk cId="3113631652" sldId="274"/>
        </pc:sldMkLst>
        <pc:spChg chg="mod">
          <ac:chgData name="gulab singh chauhan" userId="84f63b75759120c1" providerId="LiveId" clId="{84C02A02-D6CD-4BA2-A59E-1E6865F2168D}" dt="2024-09-09T10:09:15.505" v="2270" actId="20577"/>
          <ac:spMkLst>
            <pc:docMk/>
            <pc:sldMk cId="3113631652" sldId="274"/>
            <ac:spMk id="145" creationId="{00000000-0000-0000-0000-000000000000}"/>
          </ac:spMkLst>
        </pc:spChg>
        <pc:spChg chg="mod">
          <ac:chgData name="gulab singh chauhan" userId="84f63b75759120c1" providerId="LiveId" clId="{84C02A02-D6CD-4BA2-A59E-1E6865F2168D}" dt="2024-09-09T10:07:21.066" v="2141"/>
          <ac:spMkLst>
            <pc:docMk/>
            <pc:sldMk cId="3113631652" sldId="274"/>
            <ac:spMk id="146" creationId="{00000000-0000-0000-0000-000000000000}"/>
          </ac:spMkLst>
        </pc:spChg>
      </pc:sldChg>
      <pc:sldChg chg="addSp delSp modSp add mod">
        <pc:chgData name="gulab singh chauhan" userId="84f63b75759120c1" providerId="LiveId" clId="{84C02A02-D6CD-4BA2-A59E-1E6865F2168D}" dt="2024-09-18T07:55:04.631" v="3276" actId="14100"/>
        <pc:sldMkLst>
          <pc:docMk/>
          <pc:sldMk cId="1933374887" sldId="275"/>
        </pc:sldMkLst>
        <pc:spChg chg="del mod">
          <ac:chgData name="gulab singh chauhan" userId="84f63b75759120c1" providerId="LiveId" clId="{84C02A02-D6CD-4BA2-A59E-1E6865F2168D}" dt="2024-09-09T10:15:41.545" v="2320" actId="478"/>
          <ac:spMkLst>
            <pc:docMk/>
            <pc:sldMk cId="1933374887" sldId="275"/>
            <ac:spMk id="160" creationId="{00000000-0000-0000-0000-000000000000}"/>
          </ac:spMkLst>
        </pc:spChg>
        <pc:picChg chg="add mod">
          <ac:chgData name="gulab singh chauhan" userId="84f63b75759120c1" providerId="LiveId" clId="{84C02A02-D6CD-4BA2-A59E-1E6865F2168D}" dt="2024-09-18T07:55:04.631" v="3276" actId="14100"/>
          <ac:picMkLst>
            <pc:docMk/>
            <pc:sldMk cId="1933374887" sldId="275"/>
            <ac:picMk id="3" creationId="{61A81BA7-3BE6-0178-5313-1624FA017AB5}"/>
          </ac:picMkLst>
        </pc:picChg>
        <pc:picChg chg="del">
          <ac:chgData name="gulab singh chauhan" userId="84f63b75759120c1" providerId="LiveId" clId="{84C02A02-D6CD-4BA2-A59E-1E6865F2168D}" dt="2024-09-09T10:15:36.024" v="2318" actId="478"/>
          <ac:picMkLst>
            <pc:docMk/>
            <pc:sldMk cId="1933374887" sldId="275"/>
            <ac:picMk id="4" creationId="{A870B461-721C-CC6F-F6FF-3B651E7C783F}"/>
          </ac:picMkLst>
        </pc:picChg>
      </pc:sldChg>
      <pc:sldChg chg="modSp add mod ord">
        <pc:chgData name="gulab singh chauhan" userId="84f63b75759120c1" providerId="LiveId" clId="{84C02A02-D6CD-4BA2-A59E-1E6865F2168D}" dt="2024-10-01T03:47:18.870" v="4037" actId="20577"/>
        <pc:sldMkLst>
          <pc:docMk/>
          <pc:sldMk cId="1076750687" sldId="276"/>
        </pc:sldMkLst>
        <pc:spChg chg="mod">
          <ac:chgData name="gulab singh chauhan" userId="84f63b75759120c1" providerId="LiveId" clId="{84C02A02-D6CD-4BA2-A59E-1E6865F2168D}" dt="2024-10-01T03:47:12.856" v="4036" actId="20577"/>
          <ac:spMkLst>
            <pc:docMk/>
            <pc:sldMk cId="1076750687" sldId="276"/>
            <ac:spMk id="205" creationId="{00000000-0000-0000-0000-000000000000}"/>
          </ac:spMkLst>
        </pc:spChg>
        <pc:spChg chg="mod">
          <ac:chgData name="gulab singh chauhan" userId="84f63b75759120c1" providerId="LiveId" clId="{84C02A02-D6CD-4BA2-A59E-1E6865F2168D}" dt="2024-10-01T03:47:18.870" v="4037" actId="20577"/>
          <ac:spMkLst>
            <pc:docMk/>
            <pc:sldMk cId="1076750687" sldId="276"/>
            <ac:spMk id="206" creationId="{00000000-0000-0000-0000-000000000000}"/>
          </ac:spMkLst>
        </pc:spChg>
        <pc:spChg chg="mod">
          <ac:chgData name="gulab singh chauhan" userId="84f63b75759120c1" providerId="LiveId" clId="{84C02A02-D6CD-4BA2-A59E-1E6865F2168D}" dt="2024-09-09T10:19:08.126" v="2355" actId="404"/>
          <ac:spMkLst>
            <pc:docMk/>
            <pc:sldMk cId="1076750687" sldId="276"/>
            <ac:spMk id="207" creationId="{00000000-0000-0000-0000-000000000000}"/>
          </ac:spMkLst>
        </pc:spChg>
      </pc:sldChg>
      <pc:sldChg chg="addSp delSp modSp add del mod">
        <pc:chgData name="gulab singh chauhan" userId="84f63b75759120c1" providerId="LiveId" clId="{84C02A02-D6CD-4BA2-A59E-1E6865F2168D}" dt="2024-09-09T10:26:12.740" v="2570" actId="47"/>
        <pc:sldMkLst>
          <pc:docMk/>
          <pc:sldMk cId="2927540202" sldId="277"/>
        </pc:sldMkLst>
        <pc:spChg chg="add del mod">
          <ac:chgData name="gulab singh chauhan" userId="84f63b75759120c1" providerId="LiveId" clId="{84C02A02-D6CD-4BA2-A59E-1E6865F2168D}" dt="2024-09-09T10:25:49.005" v="2562" actId="14100"/>
          <ac:spMkLst>
            <pc:docMk/>
            <pc:sldMk cId="2927540202" sldId="277"/>
            <ac:spMk id="2" creationId="{6D2DAF7A-2CEA-217C-CE5E-E8D55774FC56}"/>
          </ac:spMkLst>
        </pc:spChg>
        <pc:spChg chg="add mod">
          <ac:chgData name="gulab singh chauhan" userId="84f63b75759120c1" providerId="LiveId" clId="{84C02A02-D6CD-4BA2-A59E-1E6865F2168D}" dt="2024-09-09T10:25:43.428" v="2559" actId="14100"/>
          <ac:spMkLst>
            <pc:docMk/>
            <pc:sldMk cId="2927540202" sldId="277"/>
            <ac:spMk id="3" creationId="{51F644A1-5C53-9CB1-78BC-DBA78DFB47E1}"/>
          </ac:spMkLst>
        </pc:spChg>
        <pc:spChg chg="del mod">
          <ac:chgData name="gulab singh chauhan" userId="84f63b75759120c1" providerId="LiveId" clId="{84C02A02-D6CD-4BA2-A59E-1E6865F2168D}" dt="2024-09-09T10:24:57.736" v="2526" actId="478"/>
          <ac:spMkLst>
            <pc:docMk/>
            <pc:sldMk cId="2927540202" sldId="277"/>
            <ac:spMk id="205" creationId="{00000000-0000-0000-0000-000000000000}"/>
          </ac:spMkLst>
        </pc:spChg>
        <pc:spChg chg="del">
          <ac:chgData name="gulab singh chauhan" userId="84f63b75759120c1" providerId="LiveId" clId="{84C02A02-D6CD-4BA2-A59E-1E6865F2168D}" dt="2024-09-09T10:25:01.815" v="2527" actId="478"/>
          <ac:spMkLst>
            <pc:docMk/>
            <pc:sldMk cId="2927540202" sldId="277"/>
            <ac:spMk id="206" creationId="{00000000-0000-0000-0000-000000000000}"/>
          </ac:spMkLst>
        </pc:spChg>
        <pc:spChg chg="add del mod">
          <ac:chgData name="gulab singh chauhan" userId="84f63b75759120c1" providerId="LiveId" clId="{84C02A02-D6CD-4BA2-A59E-1E6865F2168D}" dt="2024-09-09T10:25:54.683" v="2568" actId="6549"/>
          <ac:spMkLst>
            <pc:docMk/>
            <pc:sldMk cId="2927540202" sldId="277"/>
            <ac:spMk id="207" creationId="{00000000-0000-0000-0000-000000000000}"/>
          </ac:spMkLst>
        </pc:spChg>
      </pc:sldChg>
      <pc:sldChg chg="addSp delSp modSp add mod">
        <pc:chgData name="gulab singh chauhan" userId="84f63b75759120c1" providerId="LiveId" clId="{84C02A02-D6CD-4BA2-A59E-1E6865F2168D}" dt="2024-09-09T10:27:25.772" v="2583" actId="14100"/>
        <pc:sldMkLst>
          <pc:docMk/>
          <pc:sldMk cId="2061708882" sldId="278"/>
        </pc:sldMkLst>
        <pc:spChg chg="add del mod">
          <ac:chgData name="gulab singh chauhan" userId="84f63b75759120c1" providerId="LiveId" clId="{84C02A02-D6CD-4BA2-A59E-1E6865F2168D}" dt="2024-09-09T10:27:16.571" v="2580" actId="478"/>
          <ac:spMkLst>
            <pc:docMk/>
            <pc:sldMk cId="2061708882" sldId="278"/>
            <ac:spMk id="3" creationId="{98664F52-4BF1-D530-3EB9-12881DD18108}"/>
          </ac:spMkLst>
        </pc:spChg>
        <pc:spChg chg="del mod">
          <ac:chgData name="gulab singh chauhan" userId="84f63b75759120c1" providerId="LiveId" clId="{84C02A02-D6CD-4BA2-A59E-1E6865F2168D}" dt="2024-09-09T10:26:23.398" v="2577" actId="478"/>
          <ac:spMkLst>
            <pc:docMk/>
            <pc:sldMk cId="2061708882" sldId="278"/>
            <ac:spMk id="160" creationId="{00000000-0000-0000-0000-000000000000}"/>
          </ac:spMkLst>
        </pc:spChg>
        <pc:picChg chg="del">
          <ac:chgData name="gulab singh chauhan" userId="84f63b75759120c1" providerId="LiveId" clId="{84C02A02-D6CD-4BA2-A59E-1E6865F2168D}" dt="2024-09-09T10:26:15.781" v="2571" actId="478"/>
          <ac:picMkLst>
            <pc:docMk/>
            <pc:sldMk cId="2061708882" sldId="278"/>
            <ac:picMk id="4" creationId="{A870B461-721C-CC6F-F6FF-3B651E7C783F}"/>
          </ac:picMkLst>
        </pc:picChg>
        <pc:picChg chg="add mod">
          <ac:chgData name="gulab singh chauhan" userId="84f63b75759120c1" providerId="LiveId" clId="{84C02A02-D6CD-4BA2-A59E-1E6865F2168D}" dt="2024-09-09T10:27:25.772" v="2583" actId="14100"/>
          <ac:picMkLst>
            <pc:docMk/>
            <pc:sldMk cId="2061708882" sldId="278"/>
            <ac:picMk id="5" creationId="{D716F47D-5919-F3D4-56A1-DA804DE98E8C}"/>
          </ac:picMkLst>
        </pc:picChg>
      </pc:sldChg>
      <pc:sldChg chg="addSp delSp modSp add mod">
        <pc:chgData name="gulab singh chauhan" userId="84f63b75759120c1" providerId="LiveId" clId="{84C02A02-D6CD-4BA2-A59E-1E6865F2168D}" dt="2024-09-18T05:59:35.664" v="3116" actId="14100"/>
        <pc:sldMkLst>
          <pc:docMk/>
          <pc:sldMk cId="2331236768" sldId="279"/>
        </pc:sldMkLst>
        <pc:spChg chg="del mod">
          <ac:chgData name="gulab singh chauhan" userId="84f63b75759120c1" providerId="LiveId" clId="{84C02A02-D6CD-4BA2-A59E-1E6865F2168D}" dt="2024-09-18T05:55:24.458" v="3111" actId="478"/>
          <ac:spMkLst>
            <pc:docMk/>
            <pc:sldMk cId="2331236768" sldId="279"/>
            <ac:spMk id="160" creationId="{00000000-0000-0000-0000-000000000000}"/>
          </ac:spMkLst>
        </pc:spChg>
        <pc:picChg chg="del">
          <ac:chgData name="gulab singh chauhan" userId="84f63b75759120c1" providerId="LiveId" clId="{84C02A02-D6CD-4BA2-A59E-1E6865F2168D}" dt="2024-09-18T05:55:18.175" v="3109" actId="478"/>
          <ac:picMkLst>
            <pc:docMk/>
            <pc:sldMk cId="2331236768" sldId="279"/>
            <ac:picMk id="3" creationId="{704FEEC1-29AB-36EA-759D-06806CD86698}"/>
          </ac:picMkLst>
        </pc:picChg>
        <pc:picChg chg="add mod">
          <ac:chgData name="gulab singh chauhan" userId="84f63b75759120c1" providerId="LiveId" clId="{84C02A02-D6CD-4BA2-A59E-1E6865F2168D}" dt="2024-09-18T05:59:35.664" v="3116" actId="14100"/>
          <ac:picMkLst>
            <pc:docMk/>
            <pc:sldMk cId="2331236768" sldId="279"/>
            <ac:picMk id="4" creationId="{F554B372-2FAE-114F-7459-AA2280F8E398}"/>
          </ac:picMkLst>
        </pc:picChg>
      </pc:sldChg>
      <pc:sldChg chg="addSp delSp modSp add del mod">
        <pc:chgData name="gulab singh chauhan" userId="84f63b75759120c1" providerId="LiveId" clId="{84C02A02-D6CD-4BA2-A59E-1E6865F2168D}" dt="2024-09-18T05:54:57.530" v="3107" actId="47"/>
        <pc:sldMkLst>
          <pc:docMk/>
          <pc:sldMk cId="2470405096" sldId="279"/>
        </pc:sldMkLst>
        <pc:spChg chg="del mod">
          <ac:chgData name="gulab singh chauhan" userId="84f63b75759120c1" providerId="LiveId" clId="{84C02A02-D6CD-4BA2-A59E-1E6865F2168D}" dt="2024-09-18T05:36:29.578" v="3103" actId="478"/>
          <ac:spMkLst>
            <pc:docMk/>
            <pc:sldMk cId="2470405096" sldId="279"/>
            <ac:spMk id="160" creationId="{00000000-0000-0000-0000-000000000000}"/>
          </ac:spMkLst>
        </pc:spChg>
        <pc:picChg chg="del">
          <ac:chgData name="gulab singh chauhan" userId="84f63b75759120c1" providerId="LiveId" clId="{84C02A02-D6CD-4BA2-A59E-1E6865F2168D}" dt="2024-09-18T05:36:22.915" v="3101" actId="478"/>
          <ac:picMkLst>
            <pc:docMk/>
            <pc:sldMk cId="2470405096" sldId="279"/>
            <ac:picMk id="3" creationId="{704FEEC1-29AB-36EA-759D-06806CD86698}"/>
          </ac:picMkLst>
        </pc:picChg>
        <pc:picChg chg="add mod">
          <ac:chgData name="gulab singh chauhan" userId="84f63b75759120c1" providerId="LiveId" clId="{84C02A02-D6CD-4BA2-A59E-1E6865F2168D}" dt="2024-09-18T05:53:41.067" v="3106" actId="14100"/>
          <ac:picMkLst>
            <pc:docMk/>
            <pc:sldMk cId="2470405096" sldId="279"/>
            <ac:picMk id="4" creationId="{2CFF5493-3FED-A45C-3450-E7D5B5C02FF5}"/>
          </ac:picMkLst>
        </pc:picChg>
      </pc:sldChg>
      <pc:sldChg chg="addSp modSp add mod">
        <pc:chgData name="gulab singh chauhan" userId="84f63b75759120c1" providerId="LiveId" clId="{84C02A02-D6CD-4BA2-A59E-1E6865F2168D}" dt="2024-09-18T06:01:06.850" v="3122" actId="14100"/>
        <pc:sldMkLst>
          <pc:docMk/>
          <pc:sldMk cId="924784806" sldId="280"/>
        </pc:sldMkLst>
        <pc:picChg chg="add mod">
          <ac:chgData name="gulab singh chauhan" userId="84f63b75759120c1" providerId="LiveId" clId="{84C02A02-D6CD-4BA2-A59E-1E6865F2168D}" dt="2024-09-18T06:01:06.850" v="3122" actId="14100"/>
          <ac:picMkLst>
            <pc:docMk/>
            <pc:sldMk cId="924784806" sldId="280"/>
            <ac:picMk id="3" creationId="{5ADBC500-E14B-924B-5AA6-CAA432B62463}"/>
          </ac:picMkLst>
        </pc:picChg>
      </pc:sldChg>
      <pc:sldChg chg="addSp modSp add mod">
        <pc:chgData name="gulab singh chauhan" userId="84f63b75759120c1" providerId="LiveId" clId="{84C02A02-D6CD-4BA2-A59E-1E6865F2168D}" dt="2024-09-18T06:00:36.352" v="3120" actId="14100"/>
        <pc:sldMkLst>
          <pc:docMk/>
          <pc:sldMk cId="3062015097" sldId="281"/>
        </pc:sldMkLst>
        <pc:picChg chg="add mod">
          <ac:chgData name="gulab singh chauhan" userId="84f63b75759120c1" providerId="LiveId" clId="{84C02A02-D6CD-4BA2-A59E-1E6865F2168D}" dt="2024-09-18T06:00:36.352" v="3120" actId="14100"/>
          <ac:picMkLst>
            <pc:docMk/>
            <pc:sldMk cId="3062015097" sldId="281"/>
            <ac:picMk id="3" creationId="{513A01FD-4740-3DDD-D0CA-53F2D5D475A4}"/>
          </ac:picMkLst>
        </pc:picChg>
      </pc:sldChg>
      <pc:sldChg chg="addSp modSp add mod">
        <pc:chgData name="gulab singh chauhan" userId="84f63b75759120c1" providerId="LiveId" clId="{84C02A02-D6CD-4BA2-A59E-1E6865F2168D}" dt="2024-09-18T06:00:04.281" v="3118" actId="14100"/>
        <pc:sldMkLst>
          <pc:docMk/>
          <pc:sldMk cId="3454245571" sldId="282"/>
        </pc:sldMkLst>
        <pc:picChg chg="add mod">
          <ac:chgData name="gulab singh chauhan" userId="84f63b75759120c1" providerId="LiveId" clId="{84C02A02-D6CD-4BA2-A59E-1E6865F2168D}" dt="2024-09-18T06:00:04.281" v="3118" actId="14100"/>
          <ac:picMkLst>
            <pc:docMk/>
            <pc:sldMk cId="3454245571" sldId="282"/>
            <ac:picMk id="3" creationId="{7D43DDC5-172E-D591-3590-6A4DA3153A10}"/>
          </ac:picMkLst>
        </pc:picChg>
      </pc:sldChg>
      <pc:sldChg chg="addSp delSp modSp add del mod">
        <pc:chgData name="gulab singh chauhan" userId="84f63b75759120c1" providerId="LiveId" clId="{84C02A02-D6CD-4BA2-A59E-1E6865F2168D}" dt="2024-09-18T06:06:38.028" v="3131" actId="47"/>
        <pc:sldMkLst>
          <pc:docMk/>
          <pc:sldMk cId="1518586377" sldId="283"/>
        </pc:sldMkLst>
        <pc:spChg chg="mod">
          <ac:chgData name="gulab singh chauhan" userId="84f63b75759120c1" providerId="LiveId" clId="{84C02A02-D6CD-4BA2-A59E-1E6865F2168D}" dt="2024-09-18T06:06:27.807" v="3129" actId="1076"/>
          <ac:spMkLst>
            <pc:docMk/>
            <pc:sldMk cId="1518586377" sldId="283"/>
            <ac:spMk id="152" creationId="{00000000-0000-0000-0000-000000000000}"/>
          </ac:spMkLst>
        </pc:spChg>
        <pc:picChg chg="add del mod">
          <ac:chgData name="gulab singh chauhan" userId="84f63b75759120c1" providerId="LiveId" clId="{84C02A02-D6CD-4BA2-A59E-1E6865F2168D}" dt="2024-09-18T06:06:32.732" v="3130" actId="478"/>
          <ac:picMkLst>
            <pc:docMk/>
            <pc:sldMk cId="1518586377" sldId="283"/>
            <ac:picMk id="4" creationId="{90CE6619-01B9-E5FD-DC14-03F997738CC8}"/>
          </ac:picMkLst>
        </pc:picChg>
        <pc:picChg chg="del">
          <ac:chgData name="gulab singh chauhan" userId="84f63b75759120c1" providerId="LiveId" clId="{84C02A02-D6CD-4BA2-A59E-1E6865F2168D}" dt="2024-09-18T06:05:20.193" v="3124" actId="478"/>
          <ac:picMkLst>
            <pc:docMk/>
            <pc:sldMk cId="1518586377" sldId="283"/>
            <ac:picMk id="5" creationId="{D716F47D-5919-F3D4-56A1-DA804DE98E8C}"/>
          </ac:picMkLst>
        </pc:picChg>
      </pc:sldChg>
      <pc:sldChg chg="addSp delSp modSp add mod">
        <pc:chgData name="gulab singh chauhan" userId="84f63b75759120c1" providerId="LiveId" clId="{84C02A02-D6CD-4BA2-A59E-1E6865F2168D}" dt="2024-09-23T09:02:15.468" v="3424" actId="14100"/>
        <pc:sldMkLst>
          <pc:docMk/>
          <pc:sldMk cId="3886337985" sldId="283"/>
        </pc:sldMkLst>
        <pc:spChg chg="add mod">
          <ac:chgData name="gulab singh chauhan" userId="84f63b75759120c1" providerId="LiveId" clId="{84C02A02-D6CD-4BA2-A59E-1E6865F2168D}" dt="2024-09-23T09:02:15.468" v="3424" actId="14100"/>
          <ac:spMkLst>
            <pc:docMk/>
            <pc:sldMk cId="3886337985" sldId="283"/>
            <ac:spMk id="5" creationId="{E26794AF-FCCC-CCA0-23A4-FA70864D691D}"/>
          </ac:spMkLst>
        </pc:spChg>
        <pc:picChg chg="add del mod">
          <ac:chgData name="gulab singh chauhan" userId="84f63b75759120c1" providerId="LiveId" clId="{84C02A02-D6CD-4BA2-A59E-1E6865F2168D}" dt="2024-09-23T09:00:43.377" v="3412" actId="478"/>
          <ac:picMkLst>
            <pc:docMk/>
            <pc:sldMk cId="3886337985" sldId="283"/>
            <ac:picMk id="4" creationId="{7B6ABA98-48DF-EC26-B0BD-2656C084DA00}"/>
          </ac:picMkLst>
        </pc:picChg>
        <pc:picChg chg="del">
          <ac:chgData name="gulab singh chauhan" userId="84f63b75759120c1" providerId="LiveId" clId="{84C02A02-D6CD-4BA2-A59E-1E6865F2168D}" dt="2024-09-18T06:06:47.118" v="3133" actId="478"/>
          <ac:picMkLst>
            <pc:docMk/>
            <pc:sldMk cId="3886337985" sldId="283"/>
            <ac:picMk id="5" creationId="{D716F47D-5919-F3D4-56A1-DA804DE98E8C}"/>
          </ac:picMkLst>
        </pc:picChg>
      </pc:sldChg>
      <pc:sldChg chg="addSp delSp modSp add mod">
        <pc:chgData name="gulab singh chauhan" userId="84f63b75759120c1" providerId="LiveId" clId="{84C02A02-D6CD-4BA2-A59E-1E6865F2168D}" dt="2024-09-23T09:13:14.967" v="3558" actId="255"/>
        <pc:sldMkLst>
          <pc:docMk/>
          <pc:sldMk cId="1501929614" sldId="284"/>
        </pc:sldMkLst>
        <pc:spChg chg="add mod">
          <ac:chgData name="gulab singh chauhan" userId="84f63b75759120c1" providerId="LiveId" clId="{84C02A02-D6CD-4BA2-A59E-1E6865F2168D}" dt="2024-09-23T09:13:14.967" v="3558" actId="255"/>
          <ac:spMkLst>
            <pc:docMk/>
            <pc:sldMk cId="1501929614" sldId="284"/>
            <ac:spMk id="2" creationId="{1A896500-68FF-9154-8492-9B632D310652}"/>
          </ac:spMkLst>
        </pc:spChg>
        <pc:picChg chg="del">
          <ac:chgData name="gulab singh chauhan" userId="84f63b75759120c1" providerId="LiveId" clId="{84C02A02-D6CD-4BA2-A59E-1E6865F2168D}" dt="2024-09-20T08:20:03.322" v="3295" actId="478"/>
          <ac:picMkLst>
            <pc:docMk/>
            <pc:sldMk cId="1501929614" sldId="284"/>
            <ac:picMk id="3" creationId="{5ADBC500-E14B-924B-5AA6-CAA432B62463}"/>
          </ac:picMkLst>
        </pc:picChg>
        <pc:picChg chg="add del mod">
          <ac:chgData name="gulab singh chauhan" userId="84f63b75759120c1" providerId="LiveId" clId="{84C02A02-D6CD-4BA2-A59E-1E6865F2168D}" dt="2024-09-23T09:10:25.558" v="3496" actId="478"/>
          <ac:picMkLst>
            <pc:docMk/>
            <pc:sldMk cId="1501929614" sldId="284"/>
            <ac:picMk id="4" creationId="{6E7CDE32-9B62-1692-D009-4451E1268C0B}"/>
          </ac:picMkLst>
        </pc:picChg>
      </pc:sldChg>
      <pc:sldChg chg="addSp delSp modSp add mod">
        <pc:chgData name="gulab singh chauhan" userId="84f63b75759120c1" providerId="LiveId" clId="{84C02A02-D6CD-4BA2-A59E-1E6865F2168D}" dt="2024-09-25T05:00:07.547" v="3730" actId="255"/>
        <pc:sldMkLst>
          <pc:docMk/>
          <pc:sldMk cId="1671036753" sldId="285"/>
        </pc:sldMkLst>
        <pc:spChg chg="add del mod">
          <ac:chgData name="gulab singh chauhan" userId="84f63b75759120c1" providerId="LiveId" clId="{84C02A02-D6CD-4BA2-A59E-1E6865F2168D}" dt="2024-09-25T04:58:05.867" v="3718" actId="22"/>
          <ac:spMkLst>
            <pc:docMk/>
            <pc:sldMk cId="1671036753" sldId="285"/>
            <ac:spMk id="4" creationId="{C9228A6B-6FA4-E722-52C7-F17DF54EC17C}"/>
          </ac:spMkLst>
        </pc:spChg>
        <pc:spChg chg="add mod">
          <ac:chgData name="gulab singh chauhan" userId="84f63b75759120c1" providerId="LiveId" clId="{84C02A02-D6CD-4BA2-A59E-1E6865F2168D}" dt="2024-09-25T05:00:07.547" v="3730" actId="255"/>
          <ac:spMkLst>
            <pc:docMk/>
            <pc:sldMk cId="1671036753" sldId="285"/>
            <ac:spMk id="6" creationId="{3474E27F-2343-4AE9-13F8-CA07A41888EB}"/>
          </ac:spMkLst>
        </pc:spChg>
        <pc:picChg chg="add del mod">
          <ac:chgData name="gulab singh chauhan" userId="84f63b75759120c1" providerId="LiveId" clId="{84C02A02-D6CD-4BA2-A59E-1E6865F2168D}" dt="2024-09-25T04:58:46.846" v="3720" actId="478"/>
          <ac:picMkLst>
            <pc:docMk/>
            <pc:sldMk cId="1671036753" sldId="285"/>
            <ac:picMk id="3" creationId="{917E50E9-045A-7768-4496-3D41EE700B50}"/>
          </ac:picMkLst>
        </pc:picChg>
      </pc:sldChg>
      <pc:sldChg chg="addSp delSp modSp add mod">
        <pc:chgData name="gulab singh chauhan" userId="84f63b75759120c1" providerId="LiveId" clId="{84C02A02-D6CD-4BA2-A59E-1E6865F2168D}" dt="2024-09-25T05:00:41.295" v="3735" actId="14100"/>
        <pc:sldMkLst>
          <pc:docMk/>
          <pc:sldMk cId="442435665" sldId="286"/>
        </pc:sldMkLst>
        <pc:spChg chg="add mod">
          <ac:chgData name="gulab singh chauhan" userId="84f63b75759120c1" providerId="LiveId" clId="{84C02A02-D6CD-4BA2-A59E-1E6865F2168D}" dt="2024-09-25T05:00:41.295" v="3735" actId="14100"/>
          <ac:spMkLst>
            <pc:docMk/>
            <pc:sldMk cId="442435665" sldId="286"/>
            <ac:spMk id="4" creationId="{1F5DAF8D-8E48-48E4-36A9-AD5F61BC7192}"/>
          </ac:spMkLst>
        </pc:spChg>
        <pc:picChg chg="add del mod">
          <ac:chgData name="gulab singh chauhan" userId="84f63b75759120c1" providerId="LiveId" clId="{84C02A02-D6CD-4BA2-A59E-1E6865F2168D}" dt="2024-09-25T04:54:32.208" v="3690" actId="478"/>
          <ac:picMkLst>
            <pc:docMk/>
            <pc:sldMk cId="442435665" sldId="286"/>
            <ac:picMk id="3" creationId="{B7FC0060-6EF4-5A35-1B50-D1CE2B736694}"/>
          </ac:picMkLst>
        </pc:picChg>
      </pc:sldChg>
      <pc:sldChg chg="addSp delSp modSp add mod">
        <pc:chgData name="gulab singh chauhan" userId="84f63b75759120c1" providerId="LiveId" clId="{84C02A02-D6CD-4BA2-A59E-1E6865F2168D}" dt="2024-09-25T05:01:22.065" v="3742" actId="14100"/>
        <pc:sldMkLst>
          <pc:docMk/>
          <pc:sldMk cId="3474118093" sldId="287"/>
        </pc:sldMkLst>
        <pc:spChg chg="add del mod">
          <ac:chgData name="gulab singh chauhan" userId="84f63b75759120c1" providerId="LiveId" clId="{84C02A02-D6CD-4BA2-A59E-1E6865F2168D}" dt="2024-09-25T04:49:08.635" v="3679" actId="478"/>
          <ac:spMkLst>
            <pc:docMk/>
            <pc:sldMk cId="3474118093" sldId="287"/>
            <ac:spMk id="4" creationId="{40C325E7-B5BA-F7D7-73FB-B9C2DE3A8118}"/>
          </ac:spMkLst>
        </pc:spChg>
        <pc:spChg chg="add mod">
          <ac:chgData name="gulab singh chauhan" userId="84f63b75759120c1" providerId="LiveId" clId="{84C02A02-D6CD-4BA2-A59E-1E6865F2168D}" dt="2024-09-25T05:01:22.065" v="3742" actId="14100"/>
          <ac:spMkLst>
            <pc:docMk/>
            <pc:sldMk cId="3474118093" sldId="287"/>
            <ac:spMk id="6" creationId="{9A9C3A3B-2574-C9D8-FC66-DA58EEEBAC98}"/>
          </ac:spMkLst>
        </pc:spChg>
        <pc:picChg chg="add del mod">
          <ac:chgData name="gulab singh chauhan" userId="84f63b75759120c1" providerId="LiveId" clId="{84C02A02-D6CD-4BA2-A59E-1E6865F2168D}" dt="2024-09-25T04:46:42.754" v="3676" actId="478"/>
          <ac:picMkLst>
            <pc:docMk/>
            <pc:sldMk cId="3474118093" sldId="287"/>
            <ac:picMk id="3" creationId="{0D546F33-650F-122A-1A2E-48DEBD89DBB8}"/>
          </ac:picMkLst>
        </pc:picChg>
      </pc:sldChg>
      <pc:sldChg chg="addSp delSp modSp add mod">
        <pc:chgData name="gulab singh chauhan" userId="84f63b75759120c1" providerId="LiveId" clId="{84C02A02-D6CD-4BA2-A59E-1E6865F2168D}" dt="2024-09-25T04:46:02.637" v="3675" actId="255"/>
        <pc:sldMkLst>
          <pc:docMk/>
          <pc:sldMk cId="2381092547" sldId="288"/>
        </pc:sldMkLst>
        <pc:spChg chg="add mod">
          <ac:chgData name="gulab singh chauhan" userId="84f63b75759120c1" providerId="LiveId" clId="{84C02A02-D6CD-4BA2-A59E-1E6865F2168D}" dt="2024-09-25T04:46:02.637" v="3675" actId="255"/>
          <ac:spMkLst>
            <pc:docMk/>
            <pc:sldMk cId="2381092547" sldId="288"/>
            <ac:spMk id="4" creationId="{6B1E8992-DCCB-7829-7517-917545B9DB61}"/>
          </ac:spMkLst>
        </pc:spChg>
        <pc:picChg chg="add del mod">
          <ac:chgData name="gulab singh chauhan" userId="84f63b75759120c1" providerId="LiveId" clId="{84C02A02-D6CD-4BA2-A59E-1E6865F2168D}" dt="2024-09-25T04:27:38.609" v="3657" actId="478"/>
          <ac:picMkLst>
            <pc:docMk/>
            <pc:sldMk cId="2381092547" sldId="288"/>
            <ac:picMk id="3" creationId="{436541DA-D576-384A-361D-5010D2B76C15}"/>
          </ac:picMkLst>
        </pc:picChg>
      </pc:sldChg>
      <pc:sldChg chg="addSp delSp modSp add mod">
        <pc:chgData name="gulab singh chauhan" userId="84f63b75759120c1" providerId="LiveId" clId="{84C02A02-D6CD-4BA2-A59E-1E6865F2168D}" dt="2024-09-25T04:25:11.334" v="3656" actId="20577"/>
        <pc:sldMkLst>
          <pc:docMk/>
          <pc:sldMk cId="2558985615" sldId="289"/>
        </pc:sldMkLst>
        <pc:spChg chg="add mod">
          <ac:chgData name="gulab singh chauhan" userId="84f63b75759120c1" providerId="LiveId" clId="{84C02A02-D6CD-4BA2-A59E-1E6865F2168D}" dt="2024-09-25T04:25:11.334" v="3656" actId="20577"/>
          <ac:spMkLst>
            <pc:docMk/>
            <pc:sldMk cId="2558985615" sldId="289"/>
            <ac:spMk id="4" creationId="{33C6CE32-EF6C-FEFD-F4AA-FD26B11FB7F0}"/>
          </ac:spMkLst>
        </pc:spChg>
        <pc:picChg chg="add del mod">
          <ac:chgData name="gulab singh chauhan" userId="84f63b75759120c1" providerId="LiveId" clId="{84C02A02-D6CD-4BA2-A59E-1E6865F2168D}" dt="2024-09-25T04:24:01.960" v="3649" actId="478"/>
          <ac:picMkLst>
            <pc:docMk/>
            <pc:sldMk cId="2558985615" sldId="289"/>
            <ac:picMk id="3" creationId="{B75B6504-98DD-9035-3300-A2A39AEABB42}"/>
          </ac:picMkLst>
        </pc:picChg>
      </pc:sldChg>
      <pc:sldChg chg="addSp delSp modSp add mod">
        <pc:chgData name="gulab singh chauhan" userId="84f63b75759120c1" providerId="LiveId" clId="{84C02A02-D6CD-4BA2-A59E-1E6865F2168D}" dt="2024-09-25T04:45:37.231" v="3673" actId="20577"/>
        <pc:sldMkLst>
          <pc:docMk/>
          <pc:sldMk cId="3578559206" sldId="290"/>
        </pc:sldMkLst>
        <pc:spChg chg="add mod">
          <ac:chgData name="gulab singh chauhan" userId="84f63b75759120c1" providerId="LiveId" clId="{84C02A02-D6CD-4BA2-A59E-1E6865F2168D}" dt="2024-09-25T04:45:37.231" v="3673" actId="20577"/>
          <ac:spMkLst>
            <pc:docMk/>
            <pc:sldMk cId="3578559206" sldId="290"/>
            <ac:spMk id="4" creationId="{6548647A-50C8-A694-0204-E7878A1CBD5E}"/>
          </ac:spMkLst>
        </pc:spChg>
        <pc:picChg chg="add del mod">
          <ac:chgData name="gulab singh chauhan" userId="84f63b75759120c1" providerId="LiveId" clId="{84C02A02-D6CD-4BA2-A59E-1E6865F2168D}" dt="2024-09-25T04:20:58.238" v="3638" actId="478"/>
          <ac:picMkLst>
            <pc:docMk/>
            <pc:sldMk cId="3578559206" sldId="290"/>
            <ac:picMk id="3" creationId="{C14A96B7-1ED8-FBD3-10E3-2D1EDE1B2A07}"/>
          </ac:picMkLst>
        </pc:picChg>
      </pc:sldChg>
      <pc:sldChg chg="addSp delSp modSp add mod">
        <pc:chgData name="gulab singh chauhan" userId="84f63b75759120c1" providerId="LiveId" clId="{84C02A02-D6CD-4BA2-A59E-1E6865F2168D}" dt="2024-09-25T04:19:30.379" v="3637" actId="255"/>
        <pc:sldMkLst>
          <pc:docMk/>
          <pc:sldMk cId="994916218" sldId="291"/>
        </pc:sldMkLst>
        <pc:spChg chg="add mod">
          <ac:chgData name="gulab singh chauhan" userId="84f63b75759120c1" providerId="LiveId" clId="{84C02A02-D6CD-4BA2-A59E-1E6865F2168D}" dt="2024-09-25T04:19:30.379" v="3637" actId="255"/>
          <ac:spMkLst>
            <pc:docMk/>
            <pc:sldMk cId="994916218" sldId="291"/>
            <ac:spMk id="4" creationId="{B026FA1D-87F8-C2F7-BB6A-AB3D607DD316}"/>
          </ac:spMkLst>
        </pc:spChg>
        <pc:picChg chg="add del mod">
          <ac:chgData name="gulab singh chauhan" userId="84f63b75759120c1" providerId="LiveId" clId="{84C02A02-D6CD-4BA2-A59E-1E6865F2168D}" dt="2024-09-25T04:17:10.699" v="3622" actId="478"/>
          <ac:picMkLst>
            <pc:docMk/>
            <pc:sldMk cId="994916218" sldId="291"/>
            <ac:picMk id="3" creationId="{93659AF9-228C-A1C6-FE91-80D015B8DA6A}"/>
          </ac:picMkLst>
        </pc:picChg>
      </pc:sldChg>
      <pc:sldChg chg="addSp delSp modSp add mod">
        <pc:chgData name="gulab singh chauhan" userId="84f63b75759120c1" providerId="LiveId" clId="{84C02A02-D6CD-4BA2-A59E-1E6865F2168D}" dt="2024-09-25T04:11:16.766" v="3621" actId="20577"/>
        <pc:sldMkLst>
          <pc:docMk/>
          <pc:sldMk cId="1202242426" sldId="292"/>
        </pc:sldMkLst>
        <pc:spChg chg="add mod">
          <ac:chgData name="gulab singh chauhan" userId="84f63b75759120c1" providerId="LiveId" clId="{84C02A02-D6CD-4BA2-A59E-1E6865F2168D}" dt="2024-09-25T04:11:16.766" v="3621" actId="20577"/>
          <ac:spMkLst>
            <pc:docMk/>
            <pc:sldMk cId="1202242426" sldId="292"/>
            <ac:spMk id="4" creationId="{CA9215BE-596B-A882-ABE5-73BEAD4F59A0}"/>
          </ac:spMkLst>
        </pc:spChg>
        <pc:picChg chg="add del mod">
          <ac:chgData name="gulab singh chauhan" userId="84f63b75759120c1" providerId="LiveId" clId="{84C02A02-D6CD-4BA2-A59E-1E6865F2168D}" dt="2024-09-25T04:09:21.032" v="3606" actId="478"/>
          <ac:picMkLst>
            <pc:docMk/>
            <pc:sldMk cId="1202242426" sldId="292"/>
            <ac:picMk id="3" creationId="{6D8F6D9F-5938-07A5-21B3-9E8735543DFD}"/>
          </ac:picMkLst>
        </pc:picChg>
      </pc:sldChg>
      <pc:sldChg chg="addSp delSp modSp add mod">
        <pc:chgData name="gulab singh chauhan" userId="84f63b75759120c1" providerId="LiveId" clId="{84C02A02-D6CD-4BA2-A59E-1E6865F2168D}" dt="2024-09-23T09:24:06.147" v="3605" actId="20577"/>
        <pc:sldMkLst>
          <pc:docMk/>
          <pc:sldMk cId="2528852073" sldId="293"/>
        </pc:sldMkLst>
        <pc:spChg chg="add mod">
          <ac:chgData name="gulab singh chauhan" userId="84f63b75759120c1" providerId="LiveId" clId="{84C02A02-D6CD-4BA2-A59E-1E6865F2168D}" dt="2024-09-23T09:24:06.147" v="3605" actId="20577"/>
          <ac:spMkLst>
            <pc:docMk/>
            <pc:sldMk cId="2528852073" sldId="293"/>
            <ac:spMk id="4" creationId="{8168A126-662B-C9CA-0F5E-A3A205397225}"/>
          </ac:spMkLst>
        </pc:spChg>
        <pc:picChg chg="add del mod">
          <ac:chgData name="gulab singh chauhan" userId="84f63b75759120c1" providerId="LiveId" clId="{84C02A02-D6CD-4BA2-A59E-1E6865F2168D}" dt="2024-09-23T09:22:17.517" v="3590" actId="478"/>
          <ac:picMkLst>
            <pc:docMk/>
            <pc:sldMk cId="2528852073" sldId="293"/>
            <ac:picMk id="3" creationId="{8D59DA20-1D83-C8AB-E495-3BFCB9D6BD81}"/>
          </ac:picMkLst>
        </pc:picChg>
      </pc:sldChg>
      <pc:sldChg chg="addSp delSp modSp add mod">
        <pc:chgData name="gulab singh chauhan" userId="84f63b75759120c1" providerId="LiveId" clId="{84C02A02-D6CD-4BA2-A59E-1E6865F2168D}" dt="2024-09-23T09:19:13.026" v="3589" actId="20577"/>
        <pc:sldMkLst>
          <pc:docMk/>
          <pc:sldMk cId="2014047438" sldId="294"/>
        </pc:sldMkLst>
        <pc:spChg chg="add mod">
          <ac:chgData name="gulab singh chauhan" userId="84f63b75759120c1" providerId="LiveId" clId="{84C02A02-D6CD-4BA2-A59E-1E6865F2168D}" dt="2024-09-23T09:19:13.026" v="3589" actId="20577"/>
          <ac:spMkLst>
            <pc:docMk/>
            <pc:sldMk cId="2014047438" sldId="294"/>
            <ac:spMk id="4" creationId="{47D7938C-5E2D-4076-9FBB-4FED9B3C299D}"/>
          </ac:spMkLst>
        </pc:spChg>
        <pc:picChg chg="add del mod">
          <ac:chgData name="gulab singh chauhan" userId="84f63b75759120c1" providerId="LiveId" clId="{84C02A02-D6CD-4BA2-A59E-1E6865F2168D}" dt="2024-09-23T09:14:21.293" v="3559" actId="478"/>
          <ac:picMkLst>
            <pc:docMk/>
            <pc:sldMk cId="2014047438" sldId="294"/>
            <ac:picMk id="3" creationId="{90F1B2DF-C33B-31E0-4F26-19B6538254B5}"/>
          </ac:picMkLst>
        </pc:picChg>
      </pc:sldChg>
      <pc:sldChg chg="addSp delSp modSp add mod">
        <pc:chgData name="gulab singh chauhan" userId="84f63b75759120c1" providerId="LiveId" clId="{84C02A02-D6CD-4BA2-A59E-1E6865F2168D}" dt="2024-09-23T08:52:42.118" v="3367" actId="255"/>
        <pc:sldMkLst>
          <pc:docMk/>
          <pc:sldMk cId="3675817485" sldId="295"/>
        </pc:sldMkLst>
        <pc:spChg chg="del">
          <ac:chgData name="gulab singh chauhan" userId="84f63b75759120c1" providerId="LiveId" clId="{84C02A02-D6CD-4BA2-A59E-1E6865F2168D}" dt="2024-09-23T08:50:40.521" v="3353" actId="478"/>
          <ac:spMkLst>
            <pc:docMk/>
            <pc:sldMk cId="3675817485" sldId="295"/>
            <ac:spMk id="3" creationId="{99535A8C-76E9-3491-63C3-1191A5915A88}"/>
          </ac:spMkLst>
        </pc:spChg>
        <pc:spChg chg="add mod">
          <ac:chgData name="gulab singh chauhan" userId="84f63b75759120c1" providerId="LiveId" clId="{84C02A02-D6CD-4BA2-A59E-1E6865F2168D}" dt="2024-09-23T08:52:42.118" v="3367" actId="255"/>
          <ac:spMkLst>
            <pc:docMk/>
            <pc:sldMk cId="3675817485" sldId="295"/>
            <ac:spMk id="4" creationId="{30FB9D17-9925-AE10-476C-2661011F0CCC}"/>
          </ac:spMkLst>
        </pc:spChg>
      </pc:sldChg>
      <pc:sldChg chg="addSp delSp modSp add mod ord">
        <pc:chgData name="gulab singh chauhan" userId="84f63b75759120c1" providerId="LiveId" clId="{84C02A02-D6CD-4BA2-A59E-1E6865F2168D}" dt="2024-09-23T08:58:56.476" v="3411" actId="14100"/>
        <pc:sldMkLst>
          <pc:docMk/>
          <pc:sldMk cId="3178388052" sldId="296"/>
        </pc:sldMkLst>
        <pc:spChg chg="add mod">
          <ac:chgData name="gulab singh chauhan" userId="84f63b75759120c1" providerId="LiveId" clId="{84C02A02-D6CD-4BA2-A59E-1E6865F2168D}" dt="2024-09-23T08:56:02.913" v="3399" actId="255"/>
          <ac:spMkLst>
            <pc:docMk/>
            <pc:sldMk cId="3178388052" sldId="296"/>
            <ac:spMk id="3" creationId="{11905271-7BA2-BE3A-A943-459DE15E113D}"/>
          </ac:spMkLst>
        </pc:spChg>
        <pc:spChg chg="del">
          <ac:chgData name="gulab singh chauhan" userId="84f63b75759120c1" providerId="LiveId" clId="{84C02A02-D6CD-4BA2-A59E-1E6865F2168D}" dt="2024-09-23T08:53:04.227" v="3369" actId="478"/>
          <ac:spMkLst>
            <pc:docMk/>
            <pc:sldMk cId="3178388052" sldId="296"/>
            <ac:spMk id="4" creationId="{30FB9D17-9925-AE10-476C-2661011F0CCC}"/>
          </ac:spMkLst>
        </pc:spChg>
        <pc:picChg chg="add mod">
          <ac:chgData name="gulab singh chauhan" userId="84f63b75759120c1" providerId="LiveId" clId="{84C02A02-D6CD-4BA2-A59E-1E6865F2168D}" dt="2024-09-23T08:58:56.476" v="3411" actId="14100"/>
          <ac:picMkLst>
            <pc:docMk/>
            <pc:sldMk cId="3178388052" sldId="296"/>
            <ac:picMk id="1026" creationId="{2EADD8FE-8328-CEE1-5653-5C4B6FA18EC4}"/>
          </ac:picMkLst>
        </pc:picChg>
      </pc:sldChg>
      <pc:sldChg chg="delSp add del mod">
        <pc:chgData name="gulab singh chauhan" userId="84f63b75759120c1" providerId="LiveId" clId="{84C02A02-D6CD-4BA2-A59E-1E6865F2168D}" dt="2024-09-23T08:58:32.222" v="3407" actId="47"/>
        <pc:sldMkLst>
          <pc:docMk/>
          <pc:sldMk cId="1379038647" sldId="297"/>
        </pc:sldMkLst>
        <pc:spChg chg="del">
          <ac:chgData name="gulab singh chauhan" userId="84f63b75759120c1" providerId="LiveId" clId="{84C02A02-D6CD-4BA2-A59E-1E6865F2168D}" dt="2024-09-23T08:56:37.513" v="3401" actId="478"/>
          <ac:spMkLst>
            <pc:docMk/>
            <pc:sldMk cId="1379038647" sldId="297"/>
            <ac:spMk id="3" creationId="{11905271-7BA2-BE3A-A943-459DE15E113D}"/>
          </ac:spMkLst>
        </pc:spChg>
      </pc:sldChg>
      <pc:sldChg chg="addSp delSp modSp add mod">
        <pc:chgData name="gulab singh chauhan" userId="84f63b75759120c1" providerId="LiveId" clId="{84C02A02-D6CD-4BA2-A59E-1E6865F2168D}" dt="2024-09-23T09:04:53.015" v="3476" actId="403"/>
        <pc:sldMkLst>
          <pc:docMk/>
          <pc:sldMk cId="1939086993" sldId="297"/>
        </pc:sldMkLst>
        <pc:spChg chg="add mod">
          <ac:chgData name="gulab singh chauhan" userId="84f63b75759120c1" providerId="LiveId" clId="{84C02A02-D6CD-4BA2-A59E-1E6865F2168D}" dt="2024-09-23T09:04:53.015" v="3476" actId="403"/>
          <ac:spMkLst>
            <pc:docMk/>
            <pc:sldMk cId="1939086993" sldId="297"/>
            <ac:spMk id="3" creationId="{7AF7423B-F0A0-F56F-63A8-076BE4459975}"/>
          </ac:spMkLst>
        </pc:spChg>
        <pc:spChg chg="del">
          <ac:chgData name="gulab singh chauhan" userId="84f63b75759120c1" providerId="LiveId" clId="{84C02A02-D6CD-4BA2-A59E-1E6865F2168D}" dt="2024-09-23T09:03:15.584" v="3426" actId="478"/>
          <ac:spMkLst>
            <pc:docMk/>
            <pc:sldMk cId="1939086993" sldId="297"/>
            <ac:spMk id="5" creationId="{E26794AF-FCCC-CCA0-23A4-FA70864D691D}"/>
          </ac:spMkLst>
        </pc:spChg>
        <pc:picChg chg="add mod">
          <ac:chgData name="gulab singh chauhan" userId="84f63b75759120c1" providerId="LiveId" clId="{84C02A02-D6CD-4BA2-A59E-1E6865F2168D}" dt="2024-09-23T09:03:37.790" v="3428" actId="14100"/>
          <ac:picMkLst>
            <pc:docMk/>
            <pc:sldMk cId="1939086993" sldId="297"/>
            <ac:picMk id="2050" creationId="{7DC8757C-DCCB-4C66-6D18-CC3A4C51D32C}"/>
          </ac:picMkLst>
        </pc:picChg>
      </pc:sldChg>
      <pc:sldChg chg="addSp delSp modSp add mod">
        <pc:chgData name="gulab singh chauhan" userId="84f63b75759120c1" providerId="LiveId" clId="{84C02A02-D6CD-4BA2-A59E-1E6865F2168D}" dt="2024-09-23T09:07:39.895" v="3485" actId="21"/>
        <pc:sldMkLst>
          <pc:docMk/>
          <pc:sldMk cId="1788966126" sldId="298"/>
        </pc:sldMkLst>
        <pc:spChg chg="del">
          <ac:chgData name="gulab singh chauhan" userId="84f63b75759120c1" providerId="LiveId" clId="{84C02A02-D6CD-4BA2-A59E-1E6865F2168D}" dt="2024-09-23T09:05:14.837" v="3479" actId="478"/>
          <ac:spMkLst>
            <pc:docMk/>
            <pc:sldMk cId="1788966126" sldId="298"/>
            <ac:spMk id="3" creationId="{7AF7423B-F0A0-F56F-63A8-076BE4459975}"/>
          </ac:spMkLst>
        </pc:spChg>
        <pc:spChg chg="add mod">
          <ac:chgData name="gulab singh chauhan" userId="84f63b75759120c1" providerId="LiveId" clId="{84C02A02-D6CD-4BA2-A59E-1E6865F2168D}" dt="2024-09-23T09:07:39.895" v="3485" actId="21"/>
          <ac:spMkLst>
            <pc:docMk/>
            <pc:sldMk cId="1788966126" sldId="298"/>
            <ac:spMk id="5" creationId="{AAD695A6-FE3A-E13A-0AE6-223978883585}"/>
          </ac:spMkLst>
        </pc:spChg>
        <pc:picChg chg="del">
          <ac:chgData name="gulab singh chauhan" userId="84f63b75759120c1" providerId="LiveId" clId="{84C02A02-D6CD-4BA2-A59E-1E6865F2168D}" dt="2024-09-23T09:05:10.489" v="3478" actId="478"/>
          <ac:picMkLst>
            <pc:docMk/>
            <pc:sldMk cId="1788966126" sldId="298"/>
            <ac:picMk id="2050" creationId="{7DC8757C-DCCB-4C66-6D18-CC3A4C51D32C}"/>
          </ac:picMkLst>
        </pc:picChg>
      </pc:sldChg>
      <pc:sldChg chg="addSp delSp modSp add mod">
        <pc:chgData name="gulab singh chauhan" userId="84f63b75759120c1" providerId="LiveId" clId="{84C02A02-D6CD-4BA2-A59E-1E6865F2168D}" dt="2024-09-23T09:08:44.606" v="3493" actId="255"/>
        <pc:sldMkLst>
          <pc:docMk/>
          <pc:sldMk cId="3184162186" sldId="299"/>
        </pc:sldMkLst>
        <pc:spChg chg="add mod">
          <ac:chgData name="gulab singh chauhan" userId="84f63b75759120c1" providerId="LiveId" clId="{84C02A02-D6CD-4BA2-A59E-1E6865F2168D}" dt="2024-09-23T09:08:44.606" v="3493" actId="255"/>
          <ac:spMkLst>
            <pc:docMk/>
            <pc:sldMk cId="3184162186" sldId="299"/>
            <ac:spMk id="4" creationId="{714E9836-0003-D9D9-46D3-99B36885F4B3}"/>
          </ac:spMkLst>
        </pc:spChg>
        <pc:spChg chg="del">
          <ac:chgData name="gulab singh chauhan" userId="84f63b75759120c1" providerId="LiveId" clId="{84C02A02-D6CD-4BA2-A59E-1E6865F2168D}" dt="2024-09-23T09:08:02.867" v="3487" actId="478"/>
          <ac:spMkLst>
            <pc:docMk/>
            <pc:sldMk cId="3184162186" sldId="299"/>
            <ac:spMk id="5" creationId="{AAD695A6-FE3A-E13A-0AE6-223978883585}"/>
          </ac:spMkLst>
        </pc:spChg>
      </pc:sldChg>
      <pc:sldChg chg="add">
        <pc:chgData name="gulab singh chauhan" userId="84f63b75759120c1" providerId="LiveId" clId="{84C02A02-D6CD-4BA2-A59E-1E6865F2168D}" dt="2024-09-25T08:45:42.124" v="3743" actId="2890"/>
        <pc:sldMkLst>
          <pc:docMk/>
          <pc:sldMk cId="3433357915" sldId="300"/>
        </pc:sldMkLst>
      </pc:sldChg>
      <pc:sldMasterChg chg="delSldLayout">
        <pc:chgData name="gulab singh chauhan" userId="84f63b75759120c1" providerId="LiveId" clId="{84C02A02-D6CD-4BA2-A59E-1E6865F2168D}" dt="2024-08-20T08:40:03.834" v="75" actId="47"/>
        <pc:sldMasterMkLst>
          <pc:docMk/>
          <pc:sldMasterMk cId="0" sldId="2147483648"/>
        </pc:sldMasterMkLst>
        <pc:sldLayoutChg chg="del">
          <pc:chgData name="gulab singh chauhan" userId="84f63b75759120c1" providerId="LiveId" clId="{84C02A02-D6CD-4BA2-A59E-1E6865F2168D}" dt="2024-08-20T08:40:03.834" v="75" actId="47"/>
          <pc:sldLayoutMkLst>
            <pc:docMk/>
            <pc:sldMasterMk cId="0" sldId="2147483648"/>
            <pc:sldLayoutMk cId="0" sldId="2147483651"/>
          </pc:sldLayoutMkLst>
        </pc:sldLayoutChg>
        <pc:sldLayoutChg chg="del">
          <pc:chgData name="gulab singh chauhan" userId="84f63b75759120c1" providerId="LiveId" clId="{84C02A02-D6CD-4BA2-A59E-1E6865F2168D}" dt="2024-08-20T08:39:10.914" v="71" actId="47"/>
          <pc:sldLayoutMkLst>
            <pc:docMk/>
            <pc:sldMasterMk cId="0" sldId="2147483648"/>
            <pc:sldLayoutMk cId="0" sldId="214748365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1pPr>
            <a:lvl2pPr marR="0" lvl="1"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2pPr>
            <a:lvl3pPr marR="0" lvl="2"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3pPr>
            <a:lvl4pPr marR="0" lvl="3"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4pPr>
            <a:lvl5pPr marR="0" lvl="4"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5pPr>
            <a:lvl6pPr marR="0" lvl="5"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Poppins"/>
                <a:ea typeface="Poppins"/>
                <a:cs typeface="Poppins"/>
                <a:sym typeface="Poppins"/>
              </a:defRPr>
            </a:lvl1pPr>
            <a:lvl2pPr marR="0" lvl="1"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2pPr>
            <a:lvl3pPr marR="0" lvl="2"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3pPr>
            <a:lvl4pPr marR="0" lvl="3"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4pPr>
            <a:lvl5pPr marR="0" lvl="4"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5pPr>
            <a:lvl6pPr marR="0" lvl="5"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1pPr>
            <a:lvl2pPr marL="914400" marR="0" lvl="1"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2pPr>
            <a:lvl3pPr marL="1371600" marR="0" lvl="2"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3pPr>
            <a:lvl4pPr marL="1828800" marR="0" lvl="3"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4pPr>
            <a:lvl5pPr marL="2286000" marR="0" lvl="4"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5pPr>
            <a:lvl6pPr marL="2743200" marR="0" lvl="5"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6pPr>
            <a:lvl7pPr marL="3200400" marR="0" lvl="6"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7pPr>
            <a:lvl8pPr marL="3657600" marR="0" lvl="7"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8pPr>
            <a:lvl9pPr marL="4114800" marR="0" lvl="8" indent="-22860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Poppins"/>
                <a:ea typeface="Poppins"/>
                <a:cs typeface="Poppins"/>
                <a:sym typeface="Poppins"/>
              </a:defRPr>
            </a:lvl1pPr>
            <a:lvl2pPr marR="0" lvl="1"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2pPr>
            <a:lvl3pPr marR="0" lvl="2"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3pPr>
            <a:lvl4pPr marR="0" lvl="3"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4pPr>
            <a:lvl5pPr marR="0" lvl="4"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5pPr>
            <a:lvl6pPr marR="0" lvl="5"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Poppins"/>
                <a:ea typeface="Poppins"/>
                <a:cs typeface="Poppins"/>
                <a:sym typeface="Poppins"/>
              </a:rPr>
              <a:t>‹#›</a:t>
            </a:fld>
            <a:endParaRPr sz="1200" b="0" i="0" u="none" strike="noStrike" cap="none">
              <a:solidFill>
                <a:schemeClr val="dk1"/>
              </a:solidFill>
              <a:latin typeface="Poppins"/>
              <a:ea typeface="Poppins"/>
              <a:cs typeface="Poppins"/>
              <a:sym typeface="Poppi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eff20282af_0_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2eff20282af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g2eff20282af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eff20282af_0_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273A6EC7-73D0-90BD-736D-832BCAC90073}"/>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BDFED732-CC7B-D35E-294D-76ADFA4473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D0AF0712-5A5F-F2AF-6A89-86F7C374391D}"/>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D19081C0-AE5F-0793-16DA-95A98D45061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015246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C34A9C1A-A356-8933-DD83-B87424D807FC}"/>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9678222B-0CA5-82D1-953C-F16F91B378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5C8D31F4-8110-56DA-AE37-18587DF6A5C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3D48ADB9-EC38-F798-DA17-A090F34968E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4127824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C4627E69-68AF-05F7-DEAE-0E3BF3FA83F6}"/>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4F7F1438-9953-6A16-6C94-FEC0E94169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3199A265-CE6C-5168-C472-D914E042CBB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78FA5398-4628-A312-F5F0-EA88E603666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67224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24CCF0C8-3196-10C8-3736-46317AFF4FC7}"/>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4CCC08A0-AE41-81EF-825C-9936CF9DEF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E4A7934E-783B-23C4-9321-401C59C9660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3CDFC376-5DB0-2AD7-A657-7FF9884E18E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753911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08E7E5A3-0243-EAD6-FCC6-A45FF9BA859C}"/>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46B72238-37C8-8CE4-A71C-285FFC8954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746D7629-3B16-C154-B5B6-4ABE6D86A71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00F086A3-5759-111C-9A57-7FE1180A3C7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76574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F36C7062-9425-C2B3-F04E-5C4857BB0CDD}"/>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24879DBC-543C-C6DE-46ED-2F2BC38F65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AAB250B9-8F66-2FA4-7B65-8B9E8C68AAC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316DD499-24EC-E58C-6B41-AE47C6399FAE}"/>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182997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AB423013-08E9-5796-BB34-963EAE100A07}"/>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28885C93-9F9D-7D62-5B03-D4B013AF94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282206CC-E79F-C06C-D252-E6F0EAB23CC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69A98D01-CA9F-C1A8-D3D0-46C0BC7A2DD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4254642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1C02D9C0-A0D3-EDBC-BE83-E505079C6890}"/>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D1597F12-1447-B3BC-F907-42AFCF46EC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52E510BE-9562-F978-F1B2-AF5C922A09C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D094960C-DF99-789B-9647-A6D2769F3DB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4457334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D0848B40-E4C2-108A-6586-325005A096E3}"/>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9DFA44C6-4815-E437-23A7-548CA62437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1182B56B-3C6E-7130-EA17-42CBDAA062C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C9B871AB-7D06-D14D-CE85-95D50DBC2BCE}"/>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13200645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eff20282af_0_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40068521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EEEA5435-231C-AE64-8BB3-E0073AAD8834}"/>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55259ACD-D7F0-8CA6-23B1-B0A06AA860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31515BE8-2456-D208-2A44-07AB7F94E5A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D18E8CA4-4957-A47E-AF67-5EEE7D95A1E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279544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C43D392A-1495-74EE-73CB-20409E0C1F74}"/>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97E8BC86-CE37-A724-38A7-59C9973276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607616B4-182C-2EB4-4040-970048299DD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D61D68F3-0DAC-1283-897D-04BE7670119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054279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DAE88E2E-2165-10F2-A49B-2DAD90DA8EC1}"/>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49689D57-3D03-EA5F-35B3-78CD8708DF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BD953C14-9D99-24D0-E302-C656F013D77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6805D853-695D-C989-4C26-008D039850C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724765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87F4F1F3-F550-B94B-828C-69C90AB4484C}"/>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D9E3F196-95B0-B469-E9F4-4C35F7A9B1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95B48604-41A4-41BF-CD59-42E98196DFE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2B110D6F-8F08-1FA5-0778-A8777F2648D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354336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1AD39243-ADB7-0CBA-5D3B-7C364822BF0D}"/>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779FBC38-1C83-CD86-EDD1-795606E9A1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C86B1A72-DBFE-F2D8-469C-CAE9A1A5209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A1A70579-5CE2-4D3C-3772-BB6F27BBC0B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860624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72281E69-682C-E5C7-2B4A-4C62CCD89C20}"/>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6D2E8B5E-2082-3D66-3343-6CD20B8E3F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F9A0943C-655B-BEE1-C6B5-B27E35F2F15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A5142ED3-E1A3-1D5C-CC1F-E854990C4411}"/>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1330876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818EF40-50E1-DD43-9116-CE32ABD371B5}"/>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8F452069-9390-9873-8C00-D6AE05B8D9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228F0DA8-53A5-92D8-1917-EABC52FCF9C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F7666C35-199E-7D8D-9938-450B3877606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653762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186437D1-F34C-6C49-D9DC-61BC4A5E89C5}"/>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70C7D76D-43D3-4650-A697-5CD7ABDC64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FF2FCB12-1D3D-FF9B-9781-F5660336540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32CE0411-FB97-3F66-9772-5C5A289C0A5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4711850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99831E9-B5CD-B485-D734-4643555447A0}"/>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3AF49D3F-1F7F-EBB4-0BC1-2DD2E49564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8EA9935E-CE4D-FB46-6098-6B369CF52EC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C00709C8-4410-1E51-F0C8-618205B301CE}"/>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0029796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50E7A09B-F8C7-15AA-7D6D-9A671BB93DF5}"/>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6609E709-7419-DD36-8B8F-4B25A51D4D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67E8F58B-356B-34D2-2CCA-4BE894D0204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FD934FC7-385A-31BD-7A20-9446FBF242D0}"/>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1679885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65C1D7AD-9B04-9CB1-1E79-DD444073728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C7D56627-9294-5C17-C602-B699755F68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4B105160-3D82-E470-7E2A-F48A24C71D5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681BAFEE-97C9-3202-522B-936B9DBF7AF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7739726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C9416266-D789-C613-967E-CB9EDEB3393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202D4929-36C5-CFBC-AB24-7954530471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6056B190-BF0F-4386-7AD4-7618E19C661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FFB29EBF-7882-5CF2-7901-927B7EB6948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30168614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9D6391B3-017F-542E-9CE6-4C77917AFF56}"/>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8DB1DBB3-F29D-8394-986F-BD55EB096D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CE804524-4C19-2618-0174-43D5B5E98D2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F10E507A-79DD-3FE8-7D72-B65BCDB3FAB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7305559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308F9255-653C-506F-D5F5-981A7D22CDD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DD86404F-E923-8104-8E2B-9BF675E206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DBBB3370-2F23-11F2-FA2C-D74A9594AAA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8BF61E50-1AB7-F909-A8FE-B25A21F188C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24850996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29D07B8E-80A7-89ED-E1D2-E1BA75B4272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73D4EBF0-6207-08B2-FCA8-FA209CB5E2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69E5F21B-B8B1-2BFC-697E-B1E7964A4AAD}"/>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1BF6C018-3AF2-9DE4-3098-31C9330CCF4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34881468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392EB079-933A-458C-1E6A-7536580A6A68}"/>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C9FDE4CE-F9BE-5560-CB39-A14BDE6ED4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AC6BF89C-840F-A1CD-F66D-549CE0EF0E0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FA3792BE-BF09-CDFB-1867-4C08BBFC18B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15322065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C128F0E4-F545-002C-EEA3-A708F34FBA40}"/>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81015F0C-91D7-E16C-0016-40AD30A13C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0BAF6F93-1D17-3A5C-11CB-9985CA242D0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67EDD879-2E8A-7426-4D02-7596B170B7E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39733171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90E7C3A5-ACB2-DC5F-38AE-80BAC5C644E3}"/>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C26AE80B-6C22-6C74-B5F6-2A65F703B4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78691A27-09EF-24F9-A894-4128CB604A1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EB596C74-E668-BC08-D889-9E203F20425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33438736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3D952DC0-467A-5170-52F7-770E0296D619}"/>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8566779C-29D2-D7A4-A25C-103C4FD5D40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B47B27D5-D11D-08E6-1102-E96E4F07E07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1760C416-5EF7-E784-037D-6AAE0FB9FC6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4437766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20D9BBDD-8A11-EF23-E6EA-773756062DC9}"/>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F2392D71-D52C-5FC4-E604-582BEB8AEE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3F85A0D0-6AB9-0A0A-3FC6-9F91AB13366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10DD0603-D317-1F01-9E7E-AFBA7741219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8901927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4FCE4E5A-61EF-5E8C-2E80-018854293DBC}"/>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5AD16555-521F-88B0-B4AD-7FF63375CC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C0FBBE86-9827-D74C-2474-8E509238666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FD3C0841-5D31-0919-4E5B-E2CB66525AE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23191159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82D4DC97-8B27-65C5-DDCD-2931794473D4}"/>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ACDC75B5-C51B-BFAF-9EBB-890D083359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640BCF11-A29F-89FA-4E86-9A8C1711C61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6DFE38BB-6A89-C17B-A20C-DE03C93F040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297989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5BD7FACF-806C-3CFF-AFDF-73EAB09AF3EC}"/>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307E481A-D096-74A0-7A5E-400093D6B3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79A25D73-F57B-3B16-4632-B4159529F2C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3AB8D8C1-6A2B-9C65-531C-2CC82429C3D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543231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854406AD-DF2B-531C-FE25-5EAF24C0335E}"/>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F65C2BC9-5621-8FD1-AB2B-B81F60AAE7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1A9DBD25-2B7D-7418-F4F6-54C5C0136CE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7A3F43C4-F4AD-4279-902C-F3E131617E0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21446123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7689351B-5369-3A26-249F-9247E91999D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12AF04A1-F3AF-A548-3157-52394ABFD6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4222B1D2-8330-DBD7-C67E-055E0CD8784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D63E0236-785B-B42A-D7A4-B677EDD352F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1465773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F7CEE6D2-CF3E-F592-6EC7-A91F5DBB5327}"/>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DCBD4F1C-34F8-7B29-F46D-9E5D85D227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AA0744EC-5480-0F8C-FF67-1C13A70BA82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7C5D7D38-4C6C-2B9B-3534-D8EB1F6147B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11340930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1ABD9326-1CD7-DF83-EA6F-833B33560C4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C2603602-66E4-F701-ED45-BE5AA04779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1060A740-FEA9-CEBD-9D10-4262B98A71F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843F9480-6260-8AA3-0695-CDB29D9FCA1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31856379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4B778617-F21D-50C1-42D6-434169C698A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25BE6985-48F4-5CB5-BF6F-B15D076801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EBAA746C-48B2-6329-D00F-685DC992133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F4A78E4B-9F56-A773-9837-2A68F07103B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34366702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7C4F1A22-0F5C-1255-8592-52312F84E10D}"/>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9780B139-9E69-087B-4E2B-DAC2B81457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7DCB4C19-9377-9325-7CE2-1B67BCD17F8D}"/>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46DB7752-415C-728A-36A2-EC25938BEF2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39531408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A3B19F6F-437C-AA31-4DF0-912959420A04}"/>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7A2D544D-359A-1BBD-8BB1-D5D6C7A27F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D4B870FD-2F51-13AA-C118-9A9CC0D37FA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B8B9206A-1950-4264-FAC5-75A764E283E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6448243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9497C6F1-AEF5-467B-4791-DDB7F0B4C631}"/>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173AF395-B44B-D5B3-9103-7993F00E97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F07A1EF7-5A16-6C35-D95E-86ED3304FE5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F783EE63-FBDC-DD6F-7458-FE769565EF4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7771438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297142FE-2B8D-CA3F-92AA-CB74CD7FFB82}"/>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9BC995E5-9241-D948-5E4B-8E407761F2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BB3B8B6D-2F2A-4CF1-3923-0B73DB4B6CB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2FF2B440-4BF8-0684-413C-B37590616DC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extLst>
      <p:ext uri="{BB962C8B-B14F-4D97-AF65-F5344CB8AC3E}">
        <p14:creationId xmlns:p14="http://schemas.microsoft.com/office/powerpoint/2010/main" val="25304071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F0FD65F0-F07D-769A-D6BC-097CA2E54260}"/>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64FE74A9-2C5A-A933-7630-CF0A295012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60195336-8F19-6DD5-95E1-EA07D85831E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AAB510E4-5799-E266-28A8-273C3124649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extLst>
      <p:ext uri="{BB962C8B-B14F-4D97-AF65-F5344CB8AC3E}">
        <p14:creationId xmlns:p14="http://schemas.microsoft.com/office/powerpoint/2010/main" val="42836688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4D1A9C26-A4C1-715E-2E58-0BE745718C92}"/>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67170EBE-72DA-05F0-C2DB-51B3F29373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115D7C18-1980-1D6E-5470-965890AF228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7DD8D341-BE15-A3A2-5077-31DB96C6C50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8927038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D564288E-4CF5-9124-6067-C7FEBDB7BFAD}"/>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9E7B9558-A172-9CEC-A41E-933A7F62639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8AC1EDE9-BDBE-8345-6573-8D4B81B3081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DD463008-9B95-7CC8-B227-4EB929FF15C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extLst>
      <p:ext uri="{BB962C8B-B14F-4D97-AF65-F5344CB8AC3E}">
        <p14:creationId xmlns:p14="http://schemas.microsoft.com/office/powerpoint/2010/main" val="37608078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2514ECF0-FC14-090F-F33F-354A483CDB8F}"/>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9CD8528F-F1AA-7FDF-7F3D-8EFC96C64D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82A7290F-1515-693E-937E-ADB70D10E92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95784034-C239-7C7E-6830-F333D2934FE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extLst>
      <p:ext uri="{BB962C8B-B14F-4D97-AF65-F5344CB8AC3E}">
        <p14:creationId xmlns:p14="http://schemas.microsoft.com/office/powerpoint/2010/main" val="13811830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4EDD91BF-2C52-D780-5744-5CC4505ABF84}"/>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9680D5DE-4CDB-5E40-448C-E3B8C157ED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6F017817-05CF-4839-DE2C-B9A0CE39696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B429FDE0-4577-4A20-3E17-BE83C70B080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extLst>
      <p:ext uri="{BB962C8B-B14F-4D97-AF65-F5344CB8AC3E}">
        <p14:creationId xmlns:p14="http://schemas.microsoft.com/office/powerpoint/2010/main" val="10213715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8AE0A6B1-72F2-93B4-DC40-D240EC57FE95}"/>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AC83CD3B-A0DE-10E0-C2C7-A8DE250BF1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40B21D57-C5D3-EBDC-7E3A-0AE80D1F066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7F3D4C9F-47CD-CBBF-06B4-62C796D5F91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9956813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43450BD4-41A7-BC13-1B76-2608A996E82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12B82157-05DA-8970-0D6B-C88BCB13B2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A9EEC60B-4CCF-B229-4B88-F96B7C6F34E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5FF7E72A-F6BC-3724-7524-1F126B5CCC6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21841213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7E7BAA4E-0DF9-183F-8C42-1F14D018AEEA}"/>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E1351399-225C-C8AB-6772-351E3D33F3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261DF3A0-FBFE-75EE-1D1C-114B2BD6364D}"/>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6ED3D0EE-5AFB-E89A-8F98-A237D28238C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13103520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D78CF94E-B588-6E04-F7AA-B3CEB6846FCD}"/>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D2B2386C-BEAD-540D-44F8-999A7B5C37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814AA635-5624-0FED-E7DA-A651898A52C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0352BB89-9F75-F283-8D67-A5DD450C3BB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338738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4759061F-364E-9F86-20BE-517BE2EF5169}"/>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EC0208B3-7A72-0EBE-6AC7-C2CA68630F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D4773324-F5C3-5263-3CDA-2F941BA2B1F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0E21926A-70C8-8214-841E-FA6A040875C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extLst>
      <p:ext uri="{BB962C8B-B14F-4D97-AF65-F5344CB8AC3E}">
        <p14:creationId xmlns:p14="http://schemas.microsoft.com/office/powerpoint/2010/main" val="163342893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EE68D56E-F09D-0C60-7AA8-DFFFEA25D0AE}"/>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A32F7D46-E08F-24B1-47D3-6F7334989E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11DEA62A-0A35-5B5A-C3C7-52D18AB0C2B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51412020-AA80-5770-F324-7C93F7F47B1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Tree>
    <p:extLst>
      <p:ext uri="{BB962C8B-B14F-4D97-AF65-F5344CB8AC3E}">
        <p14:creationId xmlns:p14="http://schemas.microsoft.com/office/powerpoint/2010/main" val="8371793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9F639C90-4107-5311-45E2-9713950D7D8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D7A2ECAD-265F-7EE9-3C85-0F01C73D25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9A754F65-0C2D-AF73-FC09-1A66BF48166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946ED1EC-624A-09A2-58F5-44B28BCE885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56</a:t>
            </a:fld>
            <a:endParaRPr/>
          </a:p>
        </p:txBody>
      </p:sp>
    </p:spTree>
    <p:extLst>
      <p:ext uri="{BB962C8B-B14F-4D97-AF65-F5344CB8AC3E}">
        <p14:creationId xmlns:p14="http://schemas.microsoft.com/office/powerpoint/2010/main" val="29020336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52EB4FA6-E3A6-8D31-11BE-D5E5457B44CA}"/>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64D97B5D-BD81-EF8E-9DBC-DDC155618D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A0392855-4497-8C11-9577-3567B1D38CB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255CBF1D-23CB-8CC9-6303-ABFFC75721D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extLst>
      <p:ext uri="{BB962C8B-B14F-4D97-AF65-F5344CB8AC3E}">
        <p14:creationId xmlns:p14="http://schemas.microsoft.com/office/powerpoint/2010/main" val="397247644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9DB5F8CB-A374-55DD-CF6A-5A2F19BF934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D15067B1-7B73-0AF8-2ACC-CC728C355B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340E792A-582A-CAF5-27B9-E4E3FF4CEE7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2953ECA8-C9B0-C996-6EBF-F9437154139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extLst>
      <p:ext uri="{BB962C8B-B14F-4D97-AF65-F5344CB8AC3E}">
        <p14:creationId xmlns:p14="http://schemas.microsoft.com/office/powerpoint/2010/main" val="24149757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9DE59C3F-D193-B6DF-0CBE-DD7C9DC0F8D6}"/>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6882914F-FBE5-C9E5-0C37-A7808ACEE4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F56B142A-4E66-2659-6C70-6DD085A6DA6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610CCE05-30CB-E961-3984-E911DB66D15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extLst>
      <p:ext uri="{BB962C8B-B14F-4D97-AF65-F5344CB8AC3E}">
        <p14:creationId xmlns:p14="http://schemas.microsoft.com/office/powerpoint/2010/main" val="213496539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5CE00741-8CA2-4D78-37D6-2EC91F7816EC}"/>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5AFDA190-DBBA-130D-AC26-CDFD69D7CC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4A512255-696F-55B6-FC1E-531538CC5CD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C513816E-9FA1-EBD5-26B8-1C30BD77BF6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Tree>
    <p:extLst>
      <p:ext uri="{BB962C8B-B14F-4D97-AF65-F5344CB8AC3E}">
        <p14:creationId xmlns:p14="http://schemas.microsoft.com/office/powerpoint/2010/main" val="39287207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D38574F-B47C-EB70-F53F-98C2A8D13DF3}"/>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C66D73DC-24BD-DBD7-1D36-A1E9B9D1E3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76029E03-6CEF-FC7C-39E5-0108D711AF7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3666C133-3CDF-BF1B-2C9D-4566CED3254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Tree>
    <p:extLst>
      <p:ext uri="{BB962C8B-B14F-4D97-AF65-F5344CB8AC3E}">
        <p14:creationId xmlns:p14="http://schemas.microsoft.com/office/powerpoint/2010/main" val="126412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698C6E93-5B37-B3F0-67FE-35B616ECBDE2}"/>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FCA55E75-B43A-0391-8293-A194BCC31A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EEE214F0-7042-2B03-C024-055A1BB28B5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E63F9BAF-9E95-F1D4-E900-6631CB92623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62</a:t>
            </a:fld>
            <a:endParaRPr/>
          </a:p>
        </p:txBody>
      </p:sp>
    </p:spTree>
    <p:extLst>
      <p:ext uri="{BB962C8B-B14F-4D97-AF65-F5344CB8AC3E}">
        <p14:creationId xmlns:p14="http://schemas.microsoft.com/office/powerpoint/2010/main" val="4093489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71DFA5E6-962A-B485-4B8A-B5E87612C0F1}"/>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A0DA9CFD-92C0-38CF-927D-ED07AF67DD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E9D31626-B648-5A4F-E03A-5C8D6FCAB07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B6B0FEA6-0DD0-6EF7-24E5-5777A2DE2DC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63</a:t>
            </a:fld>
            <a:endParaRPr/>
          </a:p>
        </p:txBody>
      </p:sp>
    </p:spTree>
    <p:extLst>
      <p:ext uri="{BB962C8B-B14F-4D97-AF65-F5344CB8AC3E}">
        <p14:creationId xmlns:p14="http://schemas.microsoft.com/office/powerpoint/2010/main" val="64839907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79C9A22C-8CD6-5215-AE08-575BC296E784}"/>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E4BA6FB2-851F-F18C-C405-45F11B9624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FC5A39F2-CBE7-600A-0D29-71D793A7767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49576244-BAC9-8D05-CC91-E6813D01369E}"/>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extLst>
      <p:ext uri="{BB962C8B-B14F-4D97-AF65-F5344CB8AC3E}">
        <p14:creationId xmlns:p14="http://schemas.microsoft.com/office/powerpoint/2010/main" val="21145588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0F8913A4-88F7-5F12-015A-B0EC57B1F034}"/>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652A302A-041F-0F72-EC41-F1A9A77A36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3738986E-8EF0-8A79-5B14-B883B3FB805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7818FC88-EE30-4344-C5C1-B05F1DCBE79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65</a:t>
            </a:fld>
            <a:endParaRPr/>
          </a:p>
        </p:txBody>
      </p:sp>
    </p:spTree>
    <p:extLst>
      <p:ext uri="{BB962C8B-B14F-4D97-AF65-F5344CB8AC3E}">
        <p14:creationId xmlns:p14="http://schemas.microsoft.com/office/powerpoint/2010/main" val="39026513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9C99914F-6F58-9E58-159B-4A8624290F8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E1B31A9C-5EAE-A6B4-B40E-B04680497B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E6647255-8178-5A43-5275-61016C6BE07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41D718AF-8374-FDCF-EF18-A137F1EA988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Tree>
    <p:extLst>
      <p:ext uri="{BB962C8B-B14F-4D97-AF65-F5344CB8AC3E}">
        <p14:creationId xmlns:p14="http://schemas.microsoft.com/office/powerpoint/2010/main" val="291298367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5357448-DFFC-DA30-16AF-D3060BAC6FA6}"/>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12CF4717-BC80-4B62-8834-BCED2C4090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6D17FFCE-F35A-A40B-60A8-C76E0259FE5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616EAAC4-B3C7-4352-213A-38F58B853A2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67</a:t>
            </a:fld>
            <a:endParaRPr/>
          </a:p>
        </p:txBody>
      </p:sp>
    </p:spTree>
    <p:extLst>
      <p:ext uri="{BB962C8B-B14F-4D97-AF65-F5344CB8AC3E}">
        <p14:creationId xmlns:p14="http://schemas.microsoft.com/office/powerpoint/2010/main" val="418099272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7D06EFCE-A126-AD56-E8E5-81EA2B2BF98C}"/>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C87B669E-6CB6-94A9-E09A-654BE5A0E5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ED33F3ED-4919-0149-EBB1-A2D876108EBD}"/>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70AE69A7-62B6-A143-9654-C0789BFE90F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68</a:t>
            </a:fld>
            <a:endParaRPr/>
          </a:p>
        </p:txBody>
      </p:sp>
    </p:spTree>
    <p:extLst>
      <p:ext uri="{BB962C8B-B14F-4D97-AF65-F5344CB8AC3E}">
        <p14:creationId xmlns:p14="http://schemas.microsoft.com/office/powerpoint/2010/main" val="166476376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AC69F04D-DB50-1900-B5DA-CC20B8DA89AE}"/>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9CD04AC5-6AB9-E374-2469-42287E54EC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5A3D227C-AE7F-D68C-8B0B-244078F535A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3C6AFE03-D9EE-D4F3-8306-6215F5F33C20}"/>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69</a:t>
            </a:fld>
            <a:endParaRPr/>
          </a:p>
        </p:txBody>
      </p:sp>
    </p:spTree>
    <p:extLst>
      <p:ext uri="{BB962C8B-B14F-4D97-AF65-F5344CB8AC3E}">
        <p14:creationId xmlns:p14="http://schemas.microsoft.com/office/powerpoint/2010/main" val="19683685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09270787-0D90-BDA1-CE04-EC24756C44C7}"/>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67867E7B-F337-89EA-EA92-D111096F08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F377C557-6A68-7836-851E-AAE35FECF54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745268E6-D18E-078D-07C1-1CBF4ECEBF0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70</a:t>
            </a:fld>
            <a:endParaRPr/>
          </a:p>
        </p:txBody>
      </p:sp>
    </p:spTree>
    <p:extLst>
      <p:ext uri="{BB962C8B-B14F-4D97-AF65-F5344CB8AC3E}">
        <p14:creationId xmlns:p14="http://schemas.microsoft.com/office/powerpoint/2010/main" val="137734623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E0DC4A22-C13C-33ED-691F-4D7F92C8BB69}"/>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D91EECCF-44D4-FDFF-06FA-135D9229D1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5C03DDAE-CEA7-49A8-5FBD-EFCDE57E936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0EE48A2D-BD8A-0BEC-3D78-854E27A90FF1}"/>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71</a:t>
            </a:fld>
            <a:endParaRPr/>
          </a:p>
        </p:txBody>
      </p:sp>
    </p:spTree>
    <p:extLst>
      <p:ext uri="{BB962C8B-B14F-4D97-AF65-F5344CB8AC3E}">
        <p14:creationId xmlns:p14="http://schemas.microsoft.com/office/powerpoint/2010/main" val="257664905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EB8655C9-6A5A-FC68-525E-7E8EABBB6FB8}"/>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DD6DA492-3180-F925-A0E8-113689B314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B9EE71D4-D956-922B-B3AB-9584D219A23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98429729-71D1-7964-CD3A-CBBB356C3E1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72</a:t>
            </a:fld>
            <a:endParaRPr/>
          </a:p>
        </p:txBody>
      </p:sp>
    </p:spTree>
    <p:extLst>
      <p:ext uri="{BB962C8B-B14F-4D97-AF65-F5344CB8AC3E}">
        <p14:creationId xmlns:p14="http://schemas.microsoft.com/office/powerpoint/2010/main" val="357256393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D3621B88-F478-5A26-82F7-2D5B26316803}"/>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3616DCCC-39F1-037A-FA63-223C239EFD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A7831940-A532-0F8D-9C27-DD657C4B0B5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CF07110A-7C85-9A60-0A66-3F3000AD7F1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73</a:t>
            </a:fld>
            <a:endParaRPr/>
          </a:p>
        </p:txBody>
      </p:sp>
    </p:spTree>
    <p:extLst>
      <p:ext uri="{BB962C8B-B14F-4D97-AF65-F5344CB8AC3E}">
        <p14:creationId xmlns:p14="http://schemas.microsoft.com/office/powerpoint/2010/main" val="157281911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EE469EA3-673A-082E-27A6-50E0F14C643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5A4EAEE7-7E45-930F-F093-6D5FDA274D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D0CBE991-BC4C-FB2E-6663-5C54F814E95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B1863825-901D-CCD9-6C4D-91776F28462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74</a:t>
            </a:fld>
            <a:endParaRPr/>
          </a:p>
        </p:txBody>
      </p:sp>
    </p:spTree>
    <p:extLst>
      <p:ext uri="{BB962C8B-B14F-4D97-AF65-F5344CB8AC3E}">
        <p14:creationId xmlns:p14="http://schemas.microsoft.com/office/powerpoint/2010/main" val="417947685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CEE70649-4850-3C22-3846-277501D1EAFE}"/>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0AD46371-4525-8597-AF90-02B8C3267A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3AB27560-A0D8-50AC-F878-DC4153F53EB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F1B2289C-EA97-2DBA-CE0D-6871FBCA8EE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75</a:t>
            </a:fld>
            <a:endParaRPr/>
          </a:p>
        </p:txBody>
      </p:sp>
    </p:spTree>
    <p:extLst>
      <p:ext uri="{BB962C8B-B14F-4D97-AF65-F5344CB8AC3E}">
        <p14:creationId xmlns:p14="http://schemas.microsoft.com/office/powerpoint/2010/main" val="134131494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94AEFA24-DC63-5928-5BA3-2EFE8AEB1075}"/>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A25E444D-335C-A4E3-FD1F-1952E1DD6E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6C1F5589-D681-4D08-1FDC-91D41637F15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A928C9C4-8B0B-506A-9C9A-CEF93121B39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76</a:t>
            </a:fld>
            <a:endParaRPr/>
          </a:p>
        </p:txBody>
      </p:sp>
    </p:spTree>
    <p:extLst>
      <p:ext uri="{BB962C8B-B14F-4D97-AF65-F5344CB8AC3E}">
        <p14:creationId xmlns:p14="http://schemas.microsoft.com/office/powerpoint/2010/main" val="57218659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687EB62A-9952-6E17-C364-09789B5C583C}"/>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23ED9172-871B-4093-F70E-61E2B16826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0D9418D0-0BF7-EDA1-FA56-BE4E164BEC1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BEBE706E-EC7C-4A61-3D2A-E2637710199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77</a:t>
            </a:fld>
            <a:endParaRPr/>
          </a:p>
        </p:txBody>
      </p:sp>
    </p:spTree>
    <p:extLst>
      <p:ext uri="{BB962C8B-B14F-4D97-AF65-F5344CB8AC3E}">
        <p14:creationId xmlns:p14="http://schemas.microsoft.com/office/powerpoint/2010/main" val="12425594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285ADD3B-71B4-668C-C6A7-CC9A4321CD34}"/>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3C954827-7123-0974-8E51-73BA33FABA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D784C6BE-C5C2-E864-FD50-F28FED0CA85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643E5B94-04DD-C2C7-8312-FAC56CFF533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78</a:t>
            </a:fld>
            <a:endParaRPr/>
          </a:p>
        </p:txBody>
      </p:sp>
    </p:spTree>
    <p:extLst>
      <p:ext uri="{BB962C8B-B14F-4D97-AF65-F5344CB8AC3E}">
        <p14:creationId xmlns:p14="http://schemas.microsoft.com/office/powerpoint/2010/main" val="350567896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8EE767E0-4F53-C539-2C78-907F25C61D46}"/>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B905A020-08B0-5D8B-C1CD-F085BDC967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458C1CB6-C3A5-B32D-198E-4F2E7B09C76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8FB9069D-071A-A2BA-7B31-D61379CF74B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79</a:t>
            </a:fld>
            <a:endParaRPr/>
          </a:p>
        </p:txBody>
      </p:sp>
    </p:spTree>
    <p:extLst>
      <p:ext uri="{BB962C8B-B14F-4D97-AF65-F5344CB8AC3E}">
        <p14:creationId xmlns:p14="http://schemas.microsoft.com/office/powerpoint/2010/main" val="199765534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29DBAEA0-63EC-DA48-C514-66017E0DF307}"/>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11C64D7F-0E82-622B-07F3-D7EB1F4EF2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D819AC40-9431-44B8-9FEC-D682B4A8BE6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6CAE869B-7BEF-99F1-127E-0397B28F4A7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80</a:t>
            </a:fld>
            <a:endParaRPr/>
          </a:p>
        </p:txBody>
      </p:sp>
    </p:spTree>
    <p:extLst>
      <p:ext uri="{BB962C8B-B14F-4D97-AF65-F5344CB8AC3E}">
        <p14:creationId xmlns:p14="http://schemas.microsoft.com/office/powerpoint/2010/main" val="183874469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3857D398-1EFB-2C1A-8A25-5AA32C928966}"/>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A1542334-1845-7E63-6962-29E92E56CF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CF8523F8-CE4C-7E4C-451A-CEFAB5B7F6E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E0CFDF3C-3FEA-518F-A83B-36F5162C095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81</a:t>
            </a:fld>
            <a:endParaRPr/>
          </a:p>
        </p:txBody>
      </p:sp>
    </p:spTree>
    <p:extLst>
      <p:ext uri="{BB962C8B-B14F-4D97-AF65-F5344CB8AC3E}">
        <p14:creationId xmlns:p14="http://schemas.microsoft.com/office/powerpoint/2010/main" val="95576871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14523047-0A7F-C72C-CEEE-0C562694882C}"/>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54E0C10E-06AE-1A6C-3513-BF115EE2FC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E784A9D4-47A9-4663-4945-E8D663B5011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96A51367-CB30-E27A-A017-B11F15F0A37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82</a:t>
            </a:fld>
            <a:endParaRPr/>
          </a:p>
        </p:txBody>
      </p:sp>
    </p:spTree>
    <p:extLst>
      <p:ext uri="{BB962C8B-B14F-4D97-AF65-F5344CB8AC3E}">
        <p14:creationId xmlns:p14="http://schemas.microsoft.com/office/powerpoint/2010/main" val="227313471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6E32C990-B1FF-97A2-DF79-9905C7046D6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BEB002EA-DD3E-BD53-F1E6-207CE1BC92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9A7B49DA-E237-90BB-CB7A-E51674CCC00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C2F66917-5373-B73B-D418-1844BA0C416B}"/>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83</a:t>
            </a:fld>
            <a:endParaRPr/>
          </a:p>
        </p:txBody>
      </p:sp>
    </p:spTree>
    <p:extLst>
      <p:ext uri="{BB962C8B-B14F-4D97-AF65-F5344CB8AC3E}">
        <p14:creationId xmlns:p14="http://schemas.microsoft.com/office/powerpoint/2010/main" val="305225873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25CB2A5C-A73A-2547-7235-C81DC4A683C8}"/>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1A5FBD32-DE7D-D73F-66D8-CD2726E93D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5B0EC5FF-55BF-1C0D-F5D3-7D2F6943992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95C13503-FCE3-6D5D-44B6-3A09875F52E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84</a:t>
            </a:fld>
            <a:endParaRPr/>
          </a:p>
        </p:txBody>
      </p:sp>
    </p:spTree>
    <p:extLst>
      <p:ext uri="{BB962C8B-B14F-4D97-AF65-F5344CB8AC3E}">
        <p14:creationId xmlns:p14="http://schemas.microsoft.com/office/powerpoint/2010/main" val="7261180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DF61AC80-CFA3-3910-AB5E-2962E97EC5DB}"/>
            </a:ext>
          </a:extLst>
        </p:cNvPr>
        <p:cNvGrpSpPr/>
        <p:nvPr/>
      </p:nvGrpSpPr>
      <p:grpSpPr>
        <a:xfrm>
          <a:off x="0" y="0"/>
          <a:ext cx="0" cy="0"/>
          <a:chOff x="0" y="0"/>
          <a:chExt cx="0" cy="0"/>
        </a:xfrm>
      </p:grpSpPr>
      <p:sp>
        <p:nvSpPr>
          <p:cNvPr id="135" name="Google Shape;135;g2eff20282af_0_142:notes">
            <a:extLst>
              <a:ext uri="{FF2B5EF4-FFF2-40B4-BE49-F238E27FC236}">
                <a16:creationId xmlns:a16="http://schemas.microsoft.com/office/drawing/2014/main" id="{FF8EBA8C-E747-0DD9-CA48-BE6BEE73A9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2eff20282af_0_142:notes">
            <a:extLst>
              <a:ext uri="{FF2B5EF4-FFF2-40B4-BE49-F238E27FC236}">
                <a16:creationId xmlns:a16="http://schemas.microsoft.com/office/drawing/2014/main" id="{E9EEE425-E1B5-B745-9A5C-316502A01BA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2eff20282af_0_142:notes">
            <a:extLst>
              <a:ext uri="{FF2B5EF4-FFF2-40B4-BE49-F238E27FC236}">
                <a16:creationId xmlns:a16="http://schemas.microsoft.com/office/drawing/2014/main" id="{3F688CD4-03EF-37DB-F6FC-D0B30E8592D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85</a:t>
            </a:fld>
            <a:endParaRPr/>
          </a:p>
        </p:txBody>
      </p:sp>
    </p:spTree>
    <p:extLst>
      <p:ext uri="{BB962C8B-B14F-4D97-AF65-F5344CB8AC3E}">
        <p14:creationId xmlns:p14="http://schemas.microsoft.com/office/powerpoint/2010/main" val="1543556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3"/>
          <p:cNvSpPr>
            <a:spLocks noGrp="1"/>
          </p:cNvSpPr>
          <p:nvPr>
            <p:ph type="pic" idx="2"/>
          </p:nvPr>
        </p:nvSpPr>
        <p:spPr>
          <a:xfrm>
            <a:off x="5183188" y="987425"/>
            <a:ext cx="6172200" cy="4873625"/>
          </a:xfrm>
          <a:prstGeom prst="rect">
            <a:avLst/>
          </a:prstGeom>
          <a:noFill/>
          <a:ln>
            <a:noFill/>
          </a:ln>
        </p:spPr>
      </p:sp>
      <p:sp>
        <p:nvSpPr>
          <p:cNvPr id="68" name="Google Shape;68;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wmf"/></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wmf"/></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7.wmf"/></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8.wmf"/></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wmf"/></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1.wmf"/></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3.wmf"/></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5.wmf"/><Relationship Id="rId4" Type="http://schemas.openxmlformats.org/officeDocument/2006/relationships/image" Target="../media/image24.wmf"/></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9.wmf"/></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0.wmf"/></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1.wmf"/></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32.wmf"/></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3.wmf"/></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4.wmf"/></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35.wmf"/></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8.wmf"/></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41.wmf"/></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43.wmf"/></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46.wmf"/></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oleObject" Target="../embeddings/oleObject1.bin"/></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oleObject" Target="../embeddings/oleObject2.bin"/></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0.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oleObject" Target="../embeddings/oleObject4.bin"/><Relationship Id="rId5" Type="http://schemas.openxmlformats.org/officeDocument/2006/relationships/image" Target="../media/image49.png"/><Relationship Id="rId4" Type="http://schemas.openxmlformats.org/officeDocument/2006/relationships/oleObject" Target="../embeddings/oleObject3.bin"/></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oleObject" Target="../embeddings/oleObject5.bin"/></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oleObject" Target="../embeddings/oleObject6.bin"/></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53.wmf"/></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54.wmf"/></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55.wmf"/></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wmf"/></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63.wmf"/></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64.wmf"/></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66.wmf"/></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oleObject" Target="../embeddings/oleObject7.bin"/></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oleObject" Target="../embeddings/oleObject8.bin"/></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xml"/><Relationship Id="rId5" Type="http://schemas.openxmlformats.org/officeDocument/2006/relationships/image" Target="../media/image69.png"/><Relationship Id="rId4" Type="http://schemas.openxmlformats.org/officeDocument/2006/relationships/oleObject" Target="../embeddings/oleObject9.bin"/></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image" Target="../media/image70.png"/><Relationship Id="rId4" Type="http://schemas.openxmlformats.org/officeDocument/2006/relationships/oleObject" Target="../embeddings/oleObject10.bin"/></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image" Target="../media/image71.wmf"/></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1.xml"/><Relationship Id="rId5" Type="http://schemas.openxmlformats.org/officeDocument/2006/relationships/image" Target="../media/image74.wmf"/><Relationship Id="rId4" Type="http://schemas.openxmlformats.org/officeDocument/2006/relationships/image" Target="../media/image73.wmf"/></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75.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1.xml"/><Relationship Id="rId4" Type="http://schemas.openxmlformats.org/officeDocument/2006/relationships/image" Target="../media/image76.wmf"/></Relationships>
</file>

<file path=ppt/slides/_rels/slide83.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3" Type="http://schemas.openxmlformats.org/officeDocument/2006/relationships/image" Target="../media/image1.png"/><Relationship Id="rId7" Type="http://schemas.openxmlformats.org/officeDocument/2006/relationships/image" Target="../media/image80.png"/><Relationship Id="rId12" Type="http://schemas.openxmlformats.org/officeDocument/2006/relationships/image" Target="../media/image85.png"/><Relationship Id="rId2" Type="http://schemas.openxmlformats.org/officeDocument/2006/relationships/notesSlide" Target="../notesSlides/notesSlide83.xml"/><Relationship Id="rId1" Type="http://schemas.openxmlformats.org/officeDocument/2006/relationships/slideLayout" Target="../slideLayouts/slideLayout1.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image" Target="../media/image78.png"/><Relationship Id="rId15" Type="http://schemas.openxmlformats.org/officeDocument/2006/relationships/image" Target="../media/image8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1.xml"/><Relationship Id="rId4" Type="http://schemas.openxmlformats.org/officeDocument/2006/relationships/image" Target="../media/image89.wmf"/></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g2eff20282af_0_123"/>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90" name="Google Shape;90;g2eff20282af_0_123"/>
          <p:cNvGrpSpPr/>
          <p:nvPr/>
        </p:nvGrpSpPr>
        <p:grpSpPr>
          <a:xfrm>
            <a:off x="71483" y="1474470"/>
            <a:ext cx="2278380" cy="3049270"/>
            <a:chOff x="122" y="2322"/>
            <a:chExt cx="3588" cy="4802"/>
          </a:xfrm>
        </p:grpSpPr>
        <p:sp>
          <p:nvSpPr>
            <p:cNvPr id="91" name="Google Shape;91;g2eff20282af_0_1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92" name="Google Shape;92;g2eff20282af_0_1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93" name="Google Shape;93;g2eff20282af_0_1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94" name="Google Shape;94;g2eff20282af_0_1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pic>
        <p:nvPicPr>
          <p:cNvPr id="95" name="Google Shape;95;g2eff20282af_0_123" descr="Image"/>
          <p:cNvPicPr preferRelativeResize="0"/>
          <p:nvPr/>
        </p:nvPicPr>
        <p:blipFill rotWithShape="1">
          <a:blip r:embed="rId4">
            <a:alphaModFix/>
          </a:blip>
          <a:srcRect/>
          <a:stretch/>
        </p:blipFill>
        <p:spPr>
          <a:xfrm>
            <a:off x="5312383" y="632610"/>
            <a:ext cx="2469600" cy="1764442"/>
          </a:xfrm>
          <a:prstGeom prst="rect">
            <a:avLst/>
          </a:prstGeom>
          <a:noFill/>
          <a:ln>
            <a:noFill/>
          </a:ln>
        </p:spPr>
      </p:pic>
      <p:sp>
        <p:nvSpPr>
          <p:cNvPr id="97" name="Google Shape;97;g2eff20282af_0_123"/>
          <p:cNvSpPr txBox="1"/>
          <p:nvPr/>
        </p:nvSpPr>
        <p:spPr>
          <a:xfrm>
            <a:off x="1945938" y="3044207"/>
            <a:ext cx="9549969" cy="314577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 CLOUD COMPUTING AND SECURITY</a:t>
            </a:r>
          </a:p>
          <a:p>
            <a:pPr marL="0" lvl="0" indent="0" algn="ctr" rtl="0">
              <a:lnSpc>
                <a:spcPct val="90000"/>
              </a:lnSpc>
              <a:spcBef>
                <a:spcPts val="0"/>
              </a:spcBef>
              <a:spcAft>
                <a:spcPts val="0"/>
              </a:spcAft>
              <a:buNone/>
            </a:pPr>
            <a:endParaRPr lang="en-US" sz="3000" b="1" dirty="0">
              <a:solidFill>
                <a:srgbClr val="E88B31"/>
              </a:solidFill>
              <a:latin typeface="Times New Roman"/>
              <a:ea typeface="Times New Roman"/>
              <a:cs typeface="Times New Roman"/>
              <a:sym typeface="Times New Roman"/>
            </a:endParaRPr>
          </a:p>
          <a:p>
            <a:pPr marL="0" lvl="0" indent="0" algn="ctr" rtl="0">
              <a:lnSpc>
                <a:spcPct val="90000"/>
              </a:lnSpc>
              <a:spcBef>
                <a:spcPts val="0"/>
              </a:spcBef>
              <a:spcAft>
                <a:spcPts val="0"/>
              </a:spcAft>
              <a:buNone/>
            </a:pPr>
            <a:r>
              <a:rPr lang="en-US" sz="3000" b="1" dirty="0">
                <a:solidFill>
                  <a:srgbClr val="E88B31"/>
                </a:solidFill>
                <a:latin typeface="Times New Roman"/>
                <a:ea typeface="Times New Roman"/>
                <a:cs typeface="Times New Roman"/>
                <a:sym typeface="Times New Roman"/>
              </a:rPr>
              <a:t>MODULE-2</a:t>
            </a:r>
          </a:p>
          <a:p>
            <a:pPr marL="0" lvl="0" indent="0" algn="ctr" rtl="0">
              <a:lnSpc>
                <a:spcPct val="90000"/>
              </a:lnSpc>
              <a:spcBef>
                <a:spcPts val="0"/>
              </a:spcBef>
              <a:spcAft>
                <a:spcPts val="0"/>
              </a:spcAft>
              <a:buNone/>
            </a:pPr>
            <a:endParaRPr lang="en-IN" sz="3000" b="1" dirty="0">
              <a:solidFill>
                <a:srgbClr val="E88B31"/>
              </a:solidFill>
              <a:latin typeface="Times New Roman"/>
              <a:ea typeface="Times New Roman"/>
              <a:cs typeface="Times New Roman"/>
              <a:sym typeface="Times New Roman"/>
            </a:endParaRPr>
          </a:p>
          <a:p>
            <a:pPr marL="0" lvl="0" indent="0" algn="ctr" rtl="0">
              <a:lnSpc>
                <a:spcPct val="90000"/>
              </a:lnSpc>
              <a:spcBef>
                <a:spcPts val="0"/>
              </a:spcBef>
              <a:spcAft>
                <a:spcPts val="0"/>
              </a:spcAft>
              <a:buNone/>
            </a:pPr>
            <a:r>
              <a:rPr lang="en-US" sz="3000" b="1" dirty="0">
                <a:solidFill>
                  <a:schemeClr val="accent1">
                    <a:lumMod val="50000"/>
                  </a:schemeClr>
                </a:solidFill>
                <a:latin typeface="Times New Roman"/>
                <a:ea typeface="Times New Roman"/>
                <a:cs typeface="Times New Roman"/>
                <a:sym typeface="Times New Roman"/>
              </a:rPr>
              <a:t>By. Mr. Mohammad Tahir </a:t>
            </a:r>
            <a:r>
              <a:rPr lang="en-US" sz="3000" b="1" dirty="0" err="1">
                <a:solidFill>
                  <a:schemeClr val="accent1">
                    <a:lumMod val="50000"/>
                  </a:schemeClr>
                </a:solidFill>
                <a:latin typeface="Times New Roman"/>
                <a:ea typeface="Times New Roman"/>
                <a:cs typeface="Times New Roman"/>
                <a:sym typeface="Times New Roman"/>
              </a:rPr>
              <a:t>Mirji</a:t>
            </a:r>
            <a:br>
              <a:rPr lang="en-US" sz="3000" b="1" dirty="0">
                <a:solidFill>
                  <a:schemeClr val="accent1">
                    <a:lumMod val="50000"/>
                  </a:schemeClr>
                </a:solidFill>
                <a:latin typeface="Times New Roman"/>
                <a:ea typeface="Times New Roman"/>
                <a:cs typeface="Times New Roman"/>
                <a:sym typeface="Times New Roman"/>
              </a:rPr>
            </a:br>
            <a:r>
              <a:rPr lang="en-US" sz="3000" b="1" dirty="0">
                <a:solidFill>
                  <a:schemeClr val="accent1">
                    <a:lumMod val="50000"/>
                  </a:schemeClr>
                </a:solidFill>
                <a:latin typeface="Times New Roman"/>
                <a:ea typeface="Times New Roman"/>
                <a:cs typeface="Times New Roman"/>
                <a:sym typeface="Times New Roman"/>
              </a:rPr>
              <a:t>Dep. of AI &amp; ML</a:t>
            </a:r>
          </a:p>
        </p:txBody>
      </p:sp>
      <p:sp>
        <p:nvSpPr>
          <p:cNvPr id="98" name="Google Shape;98;g2eff20282af_0_123"/>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g2eff20282af_0_142"/>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p:cNvGrpSpPr/>
          <p:nvPr/>
        </p:nvGrpSpPr>
        <p:grpSpPr>
          <a:xfrm>
            <a:off x="53470" y="1474470"/>
            <a:ext cx="2278380" cy="3049270"/>
            <a:chOff x="122" y="2322"/>
            <a:chExt cx="3588" cy="4802"/>
          </a:xfrm>
        </p:grpSpPr>
        <p:sp>
          <p:nvSpPr>
            <p:cNvPr id="141" name="Google Shape;141;g2eff20282af_0_142"/>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A962F10A-B7E0-5323-03BD-7930F728D34F}"/>
              </a:ext>
            </a:extLst>
          </p:cNvPr>
          <p:cNvSpPr txBox="1"/>
          <p:nvPr/>
        </p:nvSpPr>
        <p:spPr>
          <a:xfrm>
            <a:off x="2698245" y="1666240"/>
            <a:ext cx="8684049" cy="1323439"/>
          </a:xfrm>
          <a:prstGeom prst="rect">
            <a:avLst/>
          </a:prstGeom>
          <a:noFill/>
        </p:spPr>
        <p:txBody>
          <a:bodyPr wrap="square">
            <a:spAutoFit/>
          </a:bodyPr>
          <a:lstStyle/>
          <a:p>
            <a:pPr algn="ctr"/>
            <a:r>
              <a:rPr lang="en-US" altLang="zh-CN" sz="1050" dirty="0">
                <a:solidFill>
                  <a:srgbClr val="00FFFF"/>
                </a:solidFill>
                <a:ea typeface="宋体" panose="02010600030101010101" pitchFamily="2" charset="-122"/>
                <a:cs typeface="Times New Roman" panose="02020603050405020304" pitchFamily="18" charset="0"/>
              </a:rPr>
              <a:t> </a:t>
            </a:r>
            <a:r>
              <a:rPr lang="en-US" altLang="zh-CN" sz="4000" b="1" dirty="0">
                <a:solidFill>
                  <a:schemeClr val="accent2">
                    <a:lumMod val="75000"/>
                  </a:schemeClr>
                </a:solidFill>
                <a:ea typeface="宋体" panose="02010600030101010101" pitchFamily="2" charset="-122"/>
                <a:cs typeface="Times New Roman" panose="02020603050405020304" pitchFamily="18" charset="0"/>
              </a:rPr>
              <a:t>Virtual Machines and Virtualization </a:t>
            </a:r>
            <a:br>
              <a:rPr lang="en-US" altLang="zh-CN" sz="4000" b="1" dirty="0">
                <a:solidFill>
                  <a:schemeClr val="accent2">
                    <a:lumMod val="75000"/>
                  </a:schemeClr>
                </a:solidFill>
                <a:ea typeface="宋体" panose="02010600030101010101" pitchFamily="2" charset="-122"/>
                <a:cs typeface="Times New Roman" panose="02020603050405020304" pitchFamily="18" charset="0"/>
              </a:rPr>
            </a:br>
            <a:r>
              <a:rPr lang="en-US" altLang="zh-CN" sz="4000" b="1" dirty="0">
                <a:solidFill>
                  <a:schemeClr val="accent2">
                    <a:lumMod val="75000"/>
                  </a:schemeClr>
                </a:solidFill>
                <a:ea typeface="宋体" panose="02010600030101010101" pitchFamily="2" charset="-122"/>
                <a:cs typeface="Times New Roman" panose="02020603050405020304" pitchFamily="18" charset="0"/>
              </a:rPr>
              <a:t>of Clusters and datacenters</a:t>
            </a:r>
            <a:endParaRPr lang="en-IN" sz="4000" b="1" dirty="0">
              <a:solidFill>
                <a:schemeClr val="accent2">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4">
                                            <p:txEl>
                                              <p:pRg st="0" end="0"/>
                                            </p:txEl>
                                          </p:spTgt>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45"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2000"/>
                                        <p:tgtEl>
                                          <p:spTgt spid="4">
                                            <p:txEl>
                                              <p:pRg st="0" end="0"/>
                                            </p:txEl>
                                          </p:spTgt>
                                        </p:tgtEl>
                                      </p:cBhvr>
                                    </p:animEffect>
                                    <p:anim calcmode="lin" valueType="num">
                                      <p:cBhvr>
                                        <p:cTn id="12" dur="2000" fill="hold"/>
                                        <p:tgtEl>
                                          <p:spTgt spid="4">
                                            <p:txEl>
                                              <p:pRg st="0" end="0"/>
                                            </p:txEl>
                                          </p:spTgt>
                                        </p:tgtEl>
                                        <p:attrNameLst>
                                          <p:attrName>ppt_w</p:attrName>
                                        </p:attrNameLst>
                                      </p:cBhvr>
                                      <p:tavLst>
                                        <p:tav tm="0" fmla="#ppt_w*sin(2.5*pi*$)">
                                          <p:val>
                                            <p:fltVal val="0"/>
                                          </p:val>
                                        </p:tav>
                                        <p:tav tm="100000">
                                          <p:val>
                                            <p:fltVal val="1"/>
                                          </p:val>
                                        </p:tav>
                                      </p:tavLst>
                                    </p:anim>
                                    <p:anim calcmode="lin" valueType="num">
                                      <p:cBhvr>
                                        <p:cTn id="13" dur="2000" fill="hold"/>
                                        <p:tgtEl>
                                          <p:spTgt spid="4">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7AE7C586-1DAF-D166-CE4F-DAB6E4166873}"/>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398226E8-112B-ADD3-56B5-B639EEA57E43}"/>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4A8EFD1F-54B0-3DFE-0831-B9F6A3E64A07}"/>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7C78C9E8-FD67-7D1E-2AE7-07CA6F1FC203}"/>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86E4AFB7-CCE5-AFAD-29B5-586EA80EF696}"/>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9D43B9CF-BB54-A4D2-E8D9-78AFAED38786}"/>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6EEAA60E-E8C1-18CA-3B8B-00EDDF7ACA20}"/>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E0BE2309-EF85-D3FE-2CC2-B40D09EEF1BF}"/>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79045FD9-57FF-8EBE-F455-CD8960A6217B}"/>
              </a:ext>
            </a:extLst>
          </p:cNvPr>
          <p:cNvSpPr txBox="1"/>
          <p:nvPr/>
        </p:nvSpPr>
        <p:spPr>
          <a:xfrm>
            <a:off x="2979174" y="589935"/>
            <a:ext cx="6161138" cy="830997"/>
          </a:xfrm>
          <a:prstGeom prst="rect">
            <a:avLst/>
          </a:prstGeom>
          <a:noFill/>
        </p:spPr>
        <p:txBody>
          <a:bodyPr wrap="square">
            <a:spAutoFit/>
          </a:bodyPr>
          <a:lstStyle/>
          <a:p>
            <a:pPr algn="ctr">
              <a:spcBef>
                <a:spcPct val="50000"/>
              </a:spcBef>
            </a:pPr>
            <a:r>
              <a:rPr lang="en-US" altLang="en-US" sz="2400" dirty="0">
                <a:solidFill>
                  <a:schemeClr val="accent2">
                    <a:lumMod val="75000"/>
                  </a:schemeClr>
                </a:solidFill>
                <a:effectLst>
                  <a:outerShdw blurRad="38100" dist="38100" dir="2700000" algn="tl">
                    <a:srgbClr val="000000"/>
                  </a:outerShdw>
                </a:effectLst>
              </a:rPr>
              <a:t>Virtualization for Datacenter Automation</a:t>
            </a:r>
            <a:br>
              <a:rPr lang="en-US" altLang="en-US" sz="2400" dirty="0">
                <a:solidFill>
                  <a:schemeClr val="accent2">
                    <a:lumMod val="75000"/>
                  </a:schemeClr>
                </a:solidFill>
                <a:effectLst>
                  <a:outerShdw blurRad="38100" dist="38100" dir="2700000" algn="tl">
                    <a:srgbClr val="000000"/>
                  </a:outerShdw>
                </a:effectLst>
              </a:rPr>
            </a:br>
            <a:r>
              <a:rPr lang="en-US" altLang="en-US" sz="2400" dirty="0">
                <a:solidFill>
                  <a:schemeClr val="accent2">
                    <a:lumMod val="75000"/>
                  </a:schemeClr>
                </a:solidFill>
                <a:effectLst>
                  <a:outerShdw blurRad="38100" dist="38100" dir="2700000" algn="tl">
                    <a:srgbClr val="000000"/>
                  </a:outerShdw>
                </a:effectLst>
              </a:rPr>
              <a:t>to serve millions of clients, simultaneously </a:t>
            </a:r>
          </a:p>
        </p:txBody>
      </p:sp>
      <p:sp>
        <p:nvSpPr>
          <p:cNvPr id="4" name="Text Box 4">
            <a:extLst>
              <a:ext uri="{FF2B5EF4-FFF2-40B4-BE49-F238E27FC236}">
                <a16:creationId xmlns:a16="http://schemas.microsoft.com/office/drawing/2014/main" id="{6E374DBD-15E8-2B16-AE7B-04372AF1B151}"/>
              </a:ext>
            </a:extLst>
          </p:cNvPr>
          <p:cNvSpPr txBox="1">
            <a:spLocks noChangeArrowheads="1"/>
          </p:cNvSpPr>
          <p:nvPr/>
        </p:nvSpPr>
        <p:spPr bwMode="auto">
          <a:xfrm>
            <a:off x="2973337" y="2138516"/>
            <a:ext cx="7571760" cy="2996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spcBef>
                <a:spcPct val="50000"/>
              </a:spcBef>
              <a:buClr>
                <a:srgbClr val="FF0000"/>
              </a:buClr>
              <a:buSzPct val="135000"/>
              <a:buFont typeface="Wingdings" panose="05000000000000000000" pitchFamily="2" charset="2"/>
              <a:buChar char="§"/>
            </a:pPr>
            <a:r>
              <a:rPr lang="en-US" altLang="en-US" dirty="0">
                <a:effectLst>
                  <a:outerShdw blurRad="38100" dist="38100" dir="2700000" algn="tl">
                    <a:srgbClr val="000000"/>
                  </a:outerShdw>
                </a:effectLst>
              </a:rPr>
              <a:t>   </a:t>
            </a:r>
            <a:r>
              <a:rPr lang="en-US" altLang="en-US" sz="2400" dirty="0">
                <a:effectLst>
                  <a:outerShdw blurRad="38100" dist="38100" dir="2700000" algn="tl">
                    <a:srgbClr val="000000"/>
                  </a:outerShdw>
                </a:effectLst>
              </a:rPr>
              <a:t>Server Consolidation in Virtualized Datacenter</a:t>
            </a:r>
          </a:p>
          <a:p>
            <a:pPr>
              <a:lnSpc>
                <a:spcPct val="130000"/>
              </a:lnSpc>
              <a:spcBef>
                <a:spcPct val="50000"/>
              </a:spcBef>
              <a:buClr>
                <a:srgbClr val="FF0000"/>
              </a:buClr>
              <a:buSzPct val="135000"/>
              <a:buFont typeface="Wingdings" panose="05000000000000000000" pitchFamily="2" charset="2"/>
              <a:buChar char="§"/>
            </a:pPr>
            <a:r>
              <a:rPr lang="en-US" altLang="en-US" sz="2400" dirty="0">
                <a:effectLst>
                  <a:outerShdw blurRad="38100" dist="38100" dir="2700000" algn="tl">
                    <a:srgbClr val="000000"/>
                  </a:outerShdw>
                </a:effectLst>
              </a:rPr>
              <a:t>     Virtual Storage Provisioning and Deprovisioning</a:t>
            </a:r>
          </a:p>
          <a:p>
            <a:pPr>
              <a:lnSpc>
                <a:spcPct val="130000"/>
              </a:lnSpc>
              <a:spcBef>
                <a:spcPct val="50000"/>
              </a:spcBef>
              <a:buClr>
                <a:srgbClr val="FF0000"/>
              </a:buClr>
              <a:buSzPct val="135000"/>
              <a:buFont typeface="Wingdings" panose="05000000000000000000" pitchFamily="2" charset="2"/>
              <a:buChar char="§"/>
            </a:pPr>
            <a:r>
              <a:rPr lang="en-US" altLang="en-US" sz="2400" dirty="0">
                <a:effectLst>
                  <a:outerShdw blurRad="38100" dist="38100" dir="2700000" algn="tl">
                    <a:srgbClr val="000000"/>
                  </a:outerShdw>
                </a:effectLst>
              </a:rPr>
              <a:t>     Cloud Operating Systems for Virtual Datacenters</a:t>
            </a:r>
          </a:p>
          <a:p>
            <a:pPr>
              <a:lnSpc>
                <a:spcPct val="130000"/>
              </a:lnSpc>
              <a:spcBef>
                <a:spcPct val="50000"/>
              </a:spcBef>
              <a:buClr>
                <a:srgbClr val="FF0000"/>
              </a:buClr>
              <a:buSzPct val="135000"/>
              <a:buFont typeface="Wingdings" panose="05000000000000000000" pitchFamily="2" charset="2"/>
              <a:buChar char="§"/>
            </a:pPr>
            <a:r>
              <a:rPr lang="en-US" altLang="en-US" sz="2400" dirty="0">
                <a:effectLst>
                  <a:outerShdw blurRad="38100" dist="38100" dir="2700000" algn="tl">
                    <a:srgbClr val="000000"/>
                  </a:outerShdw>
                </a:effectLst>
              </a:rPr>
              <a:t>      Trust Management in virtualized Datacenters</a:t>
            </a:r>
            <a:br>
              <a:rPr lang="en-US" altLang="en-US" sz="2400" dirty="0">
                <a:effectLst>
                  <a:outerShdw blurRad="38100" dist="38100" dir="2700000" algn="tl">
                    <a:srgbClr val="000000"/>
                  </a:outerShdw>
                </a:effectLst>
              </a:rPr>
            </a:br>
            <a:endParaRPr lang="en-US" altLang="en-US" sz="2400" dirty="0">
              <a:solidFill>
                <a:srgbClr val="66FFFF"/>
              </a:solidFill>
              <a:effectLst>
                <a:outerShdw blurRad="38100" dist="38100" dir="2700000" algn="tl">
                  <a:srgbClr val="000000"/>
                </a:outerShdw>
              </a:effectLst>
            </a:endParaRPr>
          </a:p>
        </p:txBody>
      </p:sp>
    </p:spTree>
    <p:extLst>
      <p:ext uri="{BB962C8B-B14F-4D97-AF65-F5344CB8AC3E}">
        <p14:creationId xmlns:p14="http://schemas.microsoft.com/office/powerpoint/2010/main" val="2784833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8E88B95-BABB-CC12-D5EA-B8550EBAF3ED}"/>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9CBCD55B-DFE3-DA1B-5D56-763290B52B20}"/>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2E1F4619-E059-A17E-90D4-230AF9168296}"/>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235EABF9-BFA9-5649-B30E-256AFD8D05CA}"/>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2E2074BE-1474-5B4E-5267-E2CC2DCC4712}"/>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CD7DA247-88D1-AFF9-21F5-C477ABFCCB5A}"/>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66260E23-83F9-F20F-F720-814AB4D3F5BC}"/>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56B822B1-C945-EA22-B5C1-8C688BC66C55}"/>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3">
            <a:extLst>
              <a:ext uri="{FF2B5EF4-FFF2-40B4-BE49-F238E27FC236}">
                <a16:creationId xmlns:a16="http://schemas.microsoft.com/office/drawing/2014/main" id="{9100CE4B-8745-33E1-50CD-456DB64EA2B2}"/>
              </a:ext>
            </a:extLst>
          </p:cNvPr>
          <p:cNvSpPr txBox="1">
            <a:spLocks noChangeArrowheads="1"/>
          </p:cNvSpPr>
          <p:nvPr/>
        </p:nvSpPr>
        <p:spPr bwMode="auto">
          <a:xfrm>
            <a:off x="3391006" y="501445"/>
            <a:ext cx="550951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800" dirty="0">
                <a:solidFill>
                  <a:schemeClr val="accent2">
                    <a:lumMod val="75000"/>
                  </a:schemeClr>
                </a:solidFill>
                <a:effectLst>
                  <a:outerShdw blurRad="38100" dist="38100" dir="2700000" algn="tl">
                    <a:srgbClr val="000000"/>
                  </a:outerShdw>
                </a:effectLst>
              </a:rPr>
              <a:t>Difference between Traditional Computer and Virtual machines</a:t>
            </a:r>
          </a:p>
        </p:txBody>
      </p:sp>
      <p:pic>
        <p:nvPicPr>
          <p:cNvPr id="3" name="Picture 4">
            <a:extLst>
              <a:ext uri="{FF2B5EF4-FFF2-40B4-BE49-F238E27FC236}">
                <a16:creationId xmlns:a16="http://schemas.microsoft.com/office/drawing/2014/main" id="{A9070E5E-6D5C-E96E-FB27-0B62F74700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0457" y="1666240"/>
            <a:ext cx="8591837" cy="4882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7299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EAAF38EB-5E8E-9306-A27F-DEC866CF8D74}"/>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16C1AD76-B332-A26D-0872-36EB3C04FAF3}"/>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FB65E192-9FCF-37B4-D458-1CD546B8C64C}"/>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2B29C830-073D-E547-51FF-B0FDA3A3FF7D}"/>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64C1C1A2-E0B6-D9F0-4FC9-FACB945A8980}"/>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12555B5F-1C07-0D3D-9EF7-712CC8BE2547}"/>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D79BA0F0-207D-89D2-4565-1B72C2401877}"/>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33227FB0-E474-5D6E-D2AC-F3EC038B8AB1}"/>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Rectangle 2">
            <a:extLst>
              <a:ext uri="{FF2B5EF4-FFF2-40B4-BE49-F238E27FC236}">
                <a16:creationId xmlns:a16="http://schemas.microsoft.com/office/drawing/2014/main" id="{05D6BD6E-7147-1439-C87C-2266D44B2453}"/>
              </a:ext>
            </a:extLst>
          </p:cNvPr>
          <p:cNvSpPr txBox="1">
            <a:spLocks noChangeArrowheads="1"/>
          </p:cNvSpPr>
          <p:nvPr/>
        </p:nvSpPr>
        <p:spPr>
          <a:xfrm>
            <a:off x="2861186" y="221226"/>
            <a:ext cx="4822723" cy="5090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ltLang="zh-CN" sz="3200" b="1" dirty="0">
                <a:solidFill>
                  <a:schemeClr val="accent2">
                    <a:lumMod val="75000"/>
                  </a:schemeClr>
                </a:solidFill>
                <a:ea typeface="宋体" panose="02010600030101010101" pitchFamily="2" charset="-122"/>
              </a:rPr>
              <a:t>What is Virtualization ? </a:t>
            </a:r>
          </a:p>
        </p:txBody>
      </p:sp>
      <p:pic>
        <p:nvPicPr>
          <p:cNvPr id="3" name="Picture 3">
            <a:extLst>
              <a:ext uri="{FF2B5EF4-FFF2-40B4-BE49-F238E27FC236}">
                <a16:creationId xmlns:a16="http://schemas.microsoft.com/office/drawing/2014/main" id="{D3893227-644F-86AE-F735-33100A8D6A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6525"/>
          <a:stretch>
            <a:fillRect/>
          </a:stretch>
        </p:blipFill>
        <p:spPr>
          <a:xfrm>
            <a:off x="3086951" y="730250"/>
            <a:ext cx="7989088" cy="57147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Tree>
    <p:extLst>
      <p:ext uri="{BB962C8B-B14F-4D97-AF65-F5344CB8AC3E}">
        <p14:creationId xmlns:p14="http://schemas.microsoft.com/office/powerpoint/2010/main" val="2881427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C11FEF2B-1D4C-F4CD-AA1C-2926EC03381B}"/>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7143621D-FE62-32A4-DD31-7EB47B318DCB}"/>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7DDC4F0E-1659-BD26-F131-7F0A30A5428F}"/>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B98810B8-62C9-8F47-4833-D9D4218790C4}"/>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57BBD5DA-01DF-9E92-34F0-585BC6A95845}"/>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EDF5BF5E-F721-1AF2-9CBE-D2606EC21470}"/>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AD92E1D2-DA3A-161D-74A9-2FDA05AA6413}"/>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A1E5412C-D9C3-4CBB-CAE1-1A4AC9C16E78}"/>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102E0FF8-EA01-FB08-1423-91CB4CCAEA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3070" y="457200"/>
            <a:ext cx="8676344" cy="5855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2907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BE3FD3C3-9497-DE03-EE57-8E61B61566CC}"/>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FA979C1F-FBEC-858C-0910-828252289FE3}"/>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50ACB0F2-08C8-8466-C50F-A8E40C0AA2A9}"/>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E629AD45-B4B7-3CBE-F36C-4A8A9F931F51}"/>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AF0D63FF-0F75-6984-7D46-4866DCC10CA9}"/>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95664A0C-37C5-063C-DA7E-C042DA26077D}"/>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3710B940-7075-7A2F-2D60-B0A001CD988B}"/>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147D4038-DF00-F87F-A672-08B3E190F449}"/>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Rectangle 2">
            <a:extLst>
              <a:ext uri="{FF2B5EF4-FFF2-40B4-BE49-F238E27FC236}">
                <a16:creationId xmlns:a16="http://schemas.microsoft.com/office/drawing/2014/main" id="{0973A1B4-6894-42A3-23E5-589D895911AA}"/>
              </a:ext>
            </a:extLst>
          </p:cNvPr>
          <p:cNvSpPr txBox="1">
            <a:spLocks noChangeArrowheads="1"/>
          </p:cNvSpPr>
          <p:nvPr/>
        </p:nvSpPr>
        <p:spPr>
          <a:xfrm>
            <a:off x="2713703" y="324465"/>
            <a:ext cx="6710516" cy="8613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ltLang="zh-CN" sz="2800" b="1" dirty="0">
                <a:solidFill>
                  <a:schemeClr val="accent2">
                    <a:lumMod val="75000"/>
                  </a:schemeClr>
                </a:solidFill>
                <a:ea typeface="宋体" panose="02010600030101010101" pitchFamily="2" charset="-122"/>
              </a:rPr>
              <a:t>Virtual Machine, Guest Operating System,</a:t>
            </a:r>
            <a:br>
              <a:rPr lang="en-US" altLang="zh-CN" sz="2800" b="1" dirty="0">
                <a:solidFill>
                  <a:schemeClr val="accent2">
                    <a:lumMod val="75000"/>
                  </a:schemeClr>
                </a:solidFill>
                <a:ea typeface="宋体" panose="02010600030101010101" pitchFamily="2" charset="-122"/>
              </a:rPr>
            </a:br>
            <a:r>
              <a:rPr lang="en-US" altLang="zh-CN" sz="2800" b="1" dirty="0">
                <a:solidFill>
                  <a:schemeClr val="accent2">
                    <a:lumMod val="75000"/>
                  </a:schemeClr>
                </a:solidFill>
                <a:ea typeface="宋体" panose="02010600030101010101" pitchFamily="2" charset="-122"/>
              </a:rPr>
              <a:t>and  VMM (Virtual Machine Monitor)</a:t>
            </a:r>
            <a:r>
              <a:rPr lang="en-US" altLang="zh-CN" sz="3200" b="1" dirty="0">
                <a:solidFill>
                  <a:schemeClr val="accent2">
                    <a:lumMod val="75000"/>
                  </a:schemeClr>
                </a:solidFill>
                <a:ea typeface="宋体" panose="02010600030101010101" pitchFamily="2" charset="-122"/>
              </a:rPr>
              <a:t> :</a:t>
            </a:r>
          </a:p>
        </p:txBody>
      </p:sp>
      <p:pic>
        <p:nvPicPr>
          <p:cNvPr id="3" name="Picture 3">
            <a:extLst>
              <a:ext uri="{FF2B5EF4-FFF2-40B4-BE49-F238E27FC236}">
                <a16:creationId xmlns:a16="http://schemas.microsoft.com/office/drawing/2014/main" id="{FF9986D2-A7D8-7BD2-4C32-0CA2FFA59B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7438"/>
          <a:stretch>
            <a:fillRect/>
          </a:stretch>
        </p:blipFill>
        <p:spPr>
          <a:xfrm>
            <a:off x="2790457" y="1185863"/>
            <a:ext cx="7686675" cy="2879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
        <p:nvSpPr>
          <p:cNvPr id="4" name="Text Box 4">
            <a:extLst>
              <a:ext uri="{FF2B5EF4-FFF2-40B4-BE49-F238E27FC236}">
                <a16:creationId xmlns:a16="http://schemas.microsoft.com/office/drawing/2014/main" id="{46BDB663-8ECD-D269-AA8E-09A4682D94D3}"/>
              </a:ext>
            </a:extLst>
          </p:cNvPr>
          <p:cNvSpPr txBox="1">
            <a:spLocks noChangeArrowheads="1"/>
          </p:cNvSpPr>
          <p:nvPr/>
        </p:nvSpPr>
        <p:spPr bwMode="auto">
          <a:xfrm>
            <a:off x="2713702" y="4523741"/>
            <a:ext cx="768667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dirty="0">
                <a:solidFill>
                  <a:schemeClr val="tx1"/>
                </a:solidFill>
                <a:effectLst>
                  <a:outerShdw blurRad="38100" dist="38100" dir="2700000" algn="tl">
                    <a:srgbClr val="000000"/>
                  </a:outerShdw>
                </a:effectLst>
              </a:rPr>
              <a:t>The</a:t>
            </a:r>
            <a:r>
              <a:rPr lang="en-US" altLang="en-US" sz="2400" dirty="0">
                <a:solidFill>
                  <a:schemeClr val="accent2">
                    <a:lumMod val="75000"/>
                  </a:schemeClr>
                </a:solidFill>
                <a:effectLst>
                  <a:outerShdw blurRad="38100" dist="38100" dir="2700000" algn="tl">
                    <a:srgbClr val="000000"/>
                  </a:outerShdw>
                </a:effectLst>
              </a:rPr>
              <a:t> </a:t>
            </a:r>
            <a:r>
              <a:rPr lang="en-US" altLang="en-US" sz="2400" dirty="0">
                <a:solidFill>
                  <a:schemeClr val="tx1"/>
                </a:solidFill>
                <a:effectLst>
                  <a:outerShdw blurRad="38100" dist="38100" dir="2700000" algn="tl">
                    <a:srgbClr val="000000"/>
                  </a:outerShdw>
                </a:effectLst>
              </a:rPr>
              <a:t>Virtualization layer is the middleware between the underlying hardware and virtual machines represented in the system, also known as </a:t>
            </a:r>
            <a:r>
              <a:rPr lang="en-US" altLang="en-US" sz="2400" i="1" dirty="0">
                <a:solidFill>
                  <a:schemeClr val="accent2">
                    <a:lumMod val="75000"/>
                  </a:schemeClr>
                </a:solidFill>
                <a:effectLst>
                  <a:outerShdw blurRad="38100" dist="38100" dir="2700000" algn="tl">
                    <a:srgbClr val="000000"/>
                  </a:outerShdw>
                </a:effectLst>
              </a:rPr>
              <a:t>virtual machine monitor</a:t>
            </a:r>
            <a:r>
              <a:rPr lang="en-US" altLang="en-US" sz="2400" dirty="0">
                <a:solidFill>
                  <a:schemeClr val="accent2">
                    <a:lumMod val="75000"/>
                  </a:schemeClr>
                </a:solidFill>
                <a:effectLst>
                  <a:outerShdw blurRad="38100" dist="38100" dir="2700000" algn="tl">
                    <a:srgbClr val="000000"/>
                  </a:outerShdw>
                </a:effectLst>
              </a:rPr>
              <a:t> </a:t>
            </a:r>
            <a:r>
              <a:rPr lang="en-US" altLang="en-US" sz="2400" dirty="0">
                <a:solidFill>
                  <a:schemeClr val="tx1"/>
                </a:solidFill>
                <a:effectLst>
                  <a:outerShdw blurRad="38100" dist="38100" dir="2700000" algn="tl">
                    <a:srgbClr val="000000"/>
                  </a:outerShdw>
                </a:effectLst>
              </a:rPr>
              <a:t>(VMM).</a:t>
            </a:r>
          </a:p>
        </p:txBody>
      </p:sp>
    </p:spTree>
    <p:extLst>
      <p:ext uri="{BB962C8B-B14F-4D97-AF65-F5344CB8AC3E}">
        <p14:creationId xmlns:p14="http://schemas.microsoft.com/office/powerpoint/2010/main" val="21835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AE57C68-AEF1-311E-02AB-AABE9886A30F}"/>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DBD5E01A-6DD7-3A07-9382-4E055AE7A61E}"/>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DF6404DA-B5F4-FEC0-BEA3-EB3570F92803}"/>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A9E2AC87-36F1-6899-75E8-A2B69E453FCA}"/>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FA43860D-1B04-EDFE-BDE2-A9476DF0AECB}"/>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5CBAE551-2519-BBB5-C063-20FE6778D3C7}"/>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DBBA4A3C-4ED2-9E4E-EA2F-C8E2872A57BE}"/>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84AD37C6-62C2-4803-0C07-448B965A16DA}"/>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092A05E5-1E3B-332C-D7CB-680B6D64E6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2790457" y="412955"/>
            <a:ext cx="8285582" cy="59730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Tree>
    <p:extLst>
      <p:ext uri="{BB962C8B-B14F-4D97-AF65-F5344CB8AC3E}">
        <p14:creationId xmlns:p14="http://schemas.microsoft.com/office/powerpoint/2010/main" val="459390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220D6D1B-58FE-5818-44AC-AA93DDD9FA1F}"/>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D71A0133-F302-4182-A845-94E6B4EE2848}"/>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C084BBBC-CD98-2691-8F2F-11D064E0C7B1}"/>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19CAA9C7-983C-E3E9-9A30-1CA80C5B6B7E}"/>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64B2442B-05B1-9B50-C48E-2233B144BFE0}"/>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1D5F884B-4053-3B25-FF12-6B6F6DA5B597}"/>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38A8FD59-5A23-AD8A-D4A2-C2F73C0305DF}"/>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9E0A1E41-B61F-A8D6-6CD3-EAFC55635DE7}"/>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8B16FA4F-6AA3-8338-2756-0C48C1A214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3086950" y="1549558"/>
            <a:ext cx="7783512" cy="39810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
        <p:nvSpPr>
          <p:cNvPr id="3" name="Rectangle 2">
            <a:extLst>
              <a:ext uri="{FF2B5EF4-FFF2-40B4-BE49-F238E27FC236}">
                <a16:creationId xmlns:a16="http://schemas.microsoft.com/office/drawing/2014/main" id="{F626A96E-06FA-4DD8-E692-9955884F61A6}"/>
              </a:ext>
            </a:extLst>
          </p:cNvPr>
          <p:cNvSpPr txBox="1">
            <a:spLocks noChangeArrowheads="1"/>
          </p:cNvSpPr>
          <p:nvPr/>
        </p:nvSpPr>
        <p:spPr>
          <a:xfrm>
            <a:off x="2787445" y="280219"/>
            <a:ext cx="6858000" cy="1072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ltLang="zh-CN">
                <a:ea typeface="宋体" panose="02010600030101010101" pitchFamily="2" charset="-122"/>
              </a:rPr>
              <a:t>VMM : </a:t>
            </a:r>
            <a:r>
              <a:rPr lang="en-US" altLang="zh-CN" sz="3600">
                <a:solidFill>
                  <a:srgbClr val="00FF00"/>
                </a:solidFill>
                <a:ea typeface="宋体" panose="02010600030101010101" pitchFamily="2" charset="-122"/>
              </a:rPr>
              <a:t>Virtual Machine Monitor</a:t>
            </a:r>
            <a:endParaRPr lang="en-US" altLang="zh-CN" sz="3600" dirty="0">
              <a:solidFill>
                <a:srgbClr val="00FF00"/>
              </a:solidFill>
              <a:ea typeface="宋体" panose="02010600030101010101" pitchFamily="2" charset="-122"/>
            </a:endParaRPr>
          </a:p>
        </p:txBody>
      </p:sp>
    </p:spTree>
    <p:extLst>
      <p:ext uri="{BB962C8B-B14F-4D97-AF65-F5344CB8AC3E}">
        <p14:creationId xmlns:p14="http://schemas.microsoft.com/office/powerpoint/2010/main" val="1809009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9F1E69B2-1D11-C4A8-9B31-1F9E4C78E6E6}"/>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17A24AF3-84B9-A3DC-1A2A-7027BE663AD3}"/>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B57567DC-BD85-2199-22EE-76C72A0098B2}"/>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CA2F218D-6C58-93C9-F788-AC094C8507D5}"/>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1509EC1C-85D2-B843-9B80-1296D391A886}"/>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8B1782DB-5C3A-0699-F968-D12588BC3B85}"/>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40B60E3F-666A-138C-3556-5710D2647B16}"/>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4A9CA4C7-A4FC-4BAC-14AC-ECB14AEAE964}"/>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95F5C34B-15F8-8366-473E-EEBC12EBE5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3529" r="10533"/>
          <a:stretch>
            <a:fillRect/>
          </a:stretch>
        </p:blipFill>
        <p:spPr>
          <a:xfrm>
            <a:off x="3086950" y="1474470"/>
            <a:ext cx="7929563" cy="4792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
        <p:nvSpPr>
          <p:cNvPr id="3" name="Rectangle 2">
            <a:extLst>
              <a:ext uri="{FF2B5EF4-FFF2-40B4-BE49-F238E27FC236}">
                <a16:creationId xmlns:a16="http://schemas.microsoft.com/office/drawing/2014/main" id="{D79BA6B0-248C-1DA2-22D2-0293EB7A4F61}"/>
              </a:ext>
            </a:extLst>
          </p:cNvPr>
          <p:cNvSpPr txBox="1">
            <a:spLocks noChangeArrowheads="1"/>
          </p:cNvSpPr>
          <p:nvPr/>
        </p:nvSpPr>
        <p:spPr>
          <a:xfrm>
            <a:off x="2580967" y="324465"/>
            <a:ext cx="6185207" cy="7867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ltLang="en-US" sz="3600" b="1" dirty="0">
                <a:solidFill>
                  <a:schemeClr val="accent2">
                    <a:lumMod val="75000"/>
                  </a:schemeClr>
                </a:solidFill>
              </a:rPr>
              <a:t>Low-Level VMM Operations (1)</a:t>
            </a:r>
          </a:p>
        </p:txBody>
      </p:sp>
    </p:spTree>
    <p:extLst>
      <p:ext uri="{BB962C8B-B14F-4D97-AF65-F5344CB8AC3E}">
        <p14:creationId xmlns:p14="http://schemas.microsoft.com/office/powerpoint/2010/main" val="3755418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5BD77A1-A93E-84FB-03C6-C6E2CA5B5801}"/>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87257499-9A8E-E2F2-2F89-B6A05DCEADA8}"/>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B08E53A7-E030-2876-3BA3-0BD06EE765B0}"/>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109E6E48-FE29-E269-D9C8-0EC007BDF9E2}"/>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D38DD1BB-80F3-A99A-7006-2C5AFB6C8B21}"/>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42D5A5EC-230E-7F48-CC7B-97C0B293767B}"/>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5991A57D-1A64-7808-4303-D44964258A50}"/>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4CDE820E-0DF9-25ED-6B27-8A4CED535D01}"/>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54F5CEDB-EF6B-50B9-D3C6-FDE981F38D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4077" r="8929"/>
          <a:stretch>
            <a:fillRect/>
          </a:stretch>
        </p:blipFill>
        <p:spPr>
          <a:xfrm>
            <a:off x="2790457" y="1666240"/>
            <a:ext cx="8408958" cy="4675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
        <p:nvSpPr>
          <p:cNvPr id="3" name="Rectangle 2">
            <a:extLst>
              <a:ext uri="{FF2B5EF4-FFF2-40B4-BE49-F238E27FC236}">
                <a16:creationId xmlns:a16="http://schemas.microsoft.com/office/drawing/2014/main" id="{4E2B1F4B-21B4-103A-BDD0-23BD6DDE55A9}"/>
              </a:ext>
            </a:extLst>
          </p:cNvPr>
          <p:cNvSpPr txBox="1">
            <a:spLocks noChangeArrowheads="1"/>
          </p:cNvSpPr>
          <p:nvPr/>
        </p:nvSpPr>
        <p:spPr>
          <a:xfrm>
            <a:off x="2741954" y="516194"/>
            <a:ext cx="6549529" cy="3392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ltLang="en-US" sz="3600" b="1" dirty="0">
                <a:solidFill>
                  <a:schemeClr val="accent2">
                    <a:lumMod val="75000"/>
                  </a:schemeClr>
                </a:solidFill>
              </a:rPr>
              <a:t>Low-Level VMM Operations (2)</a:t>
            </a:r>
          </a:p>
        </p:txBody>
      </p:sp>
    </p:spTree>
    <p:extLst>
      <p:ext uri="{BB962C8B-B14F-4D97-AF65-F5344CB8AC3E}">
        <p14:creationId xmlns:p14="http://schemas.microsoft.com/office/powerpoint/2010/main" val="4291236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g2eff20282af_0_142"/>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p:cNvGrpSpPr/>
          <p:nvPr/>
        </p:nvGrpSpPr>
        <p:grpSpPr>
          <a:xfrm>
            <a:off x="53470" y="1474470"/>
            <a:ext cx="2278380" cy="3049270"/>
            <a:chOff x="122" y="2322"/>
            <a:chExt cx="3588" cy="4802"/>
          </a:xfrm>
        </p:grpSpPr>
        <p:sp>
          <p:nvSpPr>
            <p:cNvPr id="141" name="Google Shape;141;g2eff20282af_0_142"/>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9F756E16-7F97-CF95-0F19-5C5C5DF83C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3784"/>
          <a:stretch>
            <a:fillRect/>
          </a:stretch>
        </p:blipFill>
        <p:spPr>
          <a:xfrm>
            <a:off x="2790457" y="1474471"/>
            <a:ext cx="7694612" cy="4705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
        <p:nvSpPr>
          <p:cNvPr id="3" name="Rectangle 2">
            <a:extLst>
              <a:ext uri="{FF2B5EF4-FFF2-40B4-BE49-F238E27FC236}">
                <a16:creationId xmlns:a16="http://schemas.microsoft.com/office/drawing/2014/main" id="{EC6B59B5-B45B-6774-4514-0D065A5CB5DD}"/>
              </a:ext>
            </a:extLst>
          </p:cNvPr>
          <p:cNvSpPr txBox="1">
            <a:spLocks noChangeArrowheads="1"/>
          </p:cNvSpPr>
          <p:nvPr/>
        </p:nvSpPr>
        <p:spPr>
          <a:xfrm>
            <a:off x="2445462" y="324465"/>
            <a:ext cx="7214731" cy="461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spcFirstLastPara="1" wrap="square" lIns="91425" tIns="45700" rIns="91425" bIns="45700" anchor="ctr" anchorCtr="0">
            <a:normAutofit fontScale="92500" lnSpcReduction="2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ltLang="en-US" sz="3600" b="1" dirty="0">
                <a:solidFill>
                  <a:schemeClr val="accent2">
                    <a:lumMod val="75000"/>
                  </a:schemeClr>
                </a:solidFill>
              </a:rPr>
              <a:t>Low-Level VMM Operations (3)</a:t>
            </a:r>
          </a:p>
        </p:txBody>
      </p:sp>
    </p:spTree>
    <p:extLst>
      <p:ext uri="{BB962C8B-B14F-4D97-AF65-F5344CB8AC3E}">
        <p14:creationId xmlns:p14="http://schemas.microsoft.com/office/powerpoint/2010/main" val="3433357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080FE8CE-5607-33B9-2E90-93A1BE786233}"/>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24326660-24A8-51B4-C711-01CC55EE8750}"/>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B411E21C-DE31-89BB-2156-083BF7A5E5C9}"/>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614FA394-D407-7585-8C38-1B2C7570D9AD}"/>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6A000FB4-4BDD-F22E-10AA-52C2071003C3}"/>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1EDE54B4-ED97-E441-A481-B44585A2F462}"/>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CF8DBD3B-9711-28E7-7372-BA71942044A0}"/>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762056AD-D1D5-5BDC-BE67-590B461A886B}"/>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374D19FE-B242-33ED-5E5F-AFC2065923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4824"/>
          <a:stretch>
            <a:fillRect/>
          </a:stretch>
        </p:blipFill>
        <p:spPr>
          <a:xfrm>
            <a:off x="3086950" y="1356852"/>
            <a:ext cx="7746078" cy="48522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
        <p:nvSpPr>
          <p:cNvPr id="3" name="Rectangle 2">
            <a:extLst>
              <a:ext uri="{FF2B5EF4-FFF2-40B4-BE49-F238E27FC236}">
                <a16:creationId xmlns:a16="http://schemas.microsoft.com/office/drawing/2014/main" id="{7FFC0547-15F1-6310-6566-0FCD1BB0F989}"/>
              </a:ext>
            </a:extLst>
          </p:cNvPr>
          <p:cNvSpPr txBox="1">
            <a:spLocks noChangeArrowheads="1"/>
          </p:cNvSpPr>
          <p:nvPr/>
        </p:nvSpPr>
        <p:spPr>
          <a:xfrm>
            <a:off x="2654710" y="368709"/>
            <a:ext cx="6119403" cy="4171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ltLang="en-US" sz="3200" dirty="0">
                <a:solidFill>
                  <a:schemeClr val="accent2">
                    <a:lumMod val="75000"/>
                  </a:schemeClr>
                </a:solidFill>
              </a:rPr>
              <a:t>Low-Level VMM Operations (4)</a:t>
            </a:r>
          </a:p>
        </p:txBody>
      </p:sp>
    </p:spTree>
    <p:extLst>
      <p:ext uri="{BB962C8B-B14F-4D97-AF65-F5344CB8AC3E}">
        <p14:creationId xmlns:p14="http://schemas.microsoft.com/office/powerpoint/2010/main" val="2484828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E0D69C13-D2D9-F94E-F2FA-B65D8B81AA75}"/>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1ACA6700-0A62-B2AB-3DCE-75A35C8A5753}"/>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304A8C06-043A-A7D3-109F-130C1AADAAF4}"/>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F28EFCB9-A531-9C42-A083-DDEE257E38E3}"/>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2B6ACA1D-1C1D-545D-DA87-30D3EA657C08}"/>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1F0D2322-6BCD-A733-911F-F1C97483A833}"/>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04812A49-EF87-B710-2B07-B7DA4396E7CE}"/>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C9476FB6-4D8C-4903-FD7E-0A104CB21D76}"/>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D2D6095F-9347-2C69-958B-F8D51EDEE2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245" y="268953"/>
            <a:ext cx="8501169" cy="6323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8458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BD23BC3C-698A-B410-9830-97ED7A940201}"/>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B182ED88-CDAB-CA08-EB63-DA70B41E31E6}"/>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805E7FB3-1FE5-580C-35AE-F600199131EE}"/>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45B4A6CF-2548-F9C6-B107-3DCA3223B0FE}"/>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F81AC2A6-F9A3-2A52-5826-CD8FC02CA87C}"/>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E80B719C-5D84-08A3-D023-542375EFF3C2}"/>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D7142E54-2DB0-5F8E-62F7-EDA1AFB3364C}"/>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DB663E85-B15E-D4D5-30B6-7805B669464D}"/>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Rectangle 5">
            <a:extLst>
              <a:ext uri="{FF2B5EF4-FFF2-40B4-BE49-F238E27FC236}">
                <a16:creationId xmlns:a16="http://schemas.microsoft.com/office/drawing/2014/main" id="{E7161410-6F47-763C-5125-A2A11E07C783}"/>
              </a:ext>
            </a:extLst>
          </p:cNvPr>
          <p:cNvSpPr>
            <a:spLocks noChangeArrowheads="1"/>
          </p:cNvSpPr>
          <p:nvPr/>
        </p:nvSpPr>
        <p:spPr bwMode="auto">
          <a:xfrm>
            <a:off x="2712850" y="-88595"/>
            <a:ext cx="8348440" cy="675492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nchor="ctr">
            <a:spAutoFit/>
          </a:bodyPr>
          <a:lstStyle/>
          <a:p>
            <a:pPr>
              <a:lnSpc>
                <a:spcPct val="140000"/>
              </a:lnSpc>
            </a:pPr>
            <a:r>
              <a:rPr lang="en-US" altLang="en-US" sz="2400" i="1" dirty="0">
                <a:solidFill>
                  <a:schemeClr val="accent2">
                    <a:lumMod val="75000"/>
                  </a:schemeClr>
                </a:solidFill>
              </a:rPr>
              <a:t>Virtualization at ISA level:</a:t>
            </a:r>
          </a:p>
          <a:p>
            <a:pPr>
              <a:lnSpc>
                <a:spcPct val="140000"/>
              </a:lnSpc>
            </a:pPr>
            <a:r>
              <a:rPr lang="en-US" altLang="en-US" sz="2400" dirty="0"/>
              <a:t>Emulating a given ISA by the ISA of the host machine. For example, MIPS binary code can run on an x-86-based host machine with the help of ISA emulation. Typical systems: </a:t>
            </a:r>
            <a:r>
              <a:rPr lang="en-US" altLang="en-US" sz="2400" dirty="0" err="1"/>
              <a:t>Bochs</a:t>
            </a:r>
            <a:r>
              <a:rPr lang="en-US" altLang="en-US" sz="2400" dirty="0"/>
              <a:t>, Crusoe, </a:t>
            </a:r>
            <a:r>
              <a:rPr lang="en-US" altLang="en-US" sz="2400" dirty="0" err="1"/>
              <a:t>Quemu</a:t>
            </a:r>
            <a:r>
              <a:rPr lang="en-US" altLang="en-US" sz="2400" dirty="0"/>
              <a:t>, BIRD, Dynamo</a:t>
            </a:r>
          </a:p>
          <a:p>
            <a:pPr>
              <a:lnSpc>
                <a:spcPct val="140000"/>
              </a:lnSpc>
            </a:pPr>
            <a:r>
              <a:rPr lang="en-US" altLang="en-US" sz="2400" dirty="0">
                <a:solidFill>
                  <a:schemeClr val="accent2">
                    <a:lumMod val="75000"/>
                  </a:schemeClr>
                </a:solidFill>
              </a:rPr>
              <a:t>Advantage:  </a:t>
            </a:r>
            <a:r>
              <a:rPr lang="en-US" altLang="en-US" sz="2400" dirty="0"/>
              <a:t>It can run a large amount of legacy binary codes written for various processors on any given new hardware host machines; best application flexibility</a:t>
            </a:r>
          </a:p>
          <a:p>
            <a:pPr>
              <a:lnSpc>
                <a:spcPct val="140000"/>
              </a:lnSpc>
            </a:pPr>
            <a:r>
              <a:rPr lang="en-US" altLang="en-US" sz="2400" dirty="0">
                <a:solidFill>
                  <a:schemeClr val="accent2">
                    <a:lumMod val="75000"/>
                  </a:schemeClr>
                </a:solidFill>
              </a:rPr>
              <a:t>Shortcoming &amp; limitation:  </a:t>
            </a:r>
            <a:r>
              <a:rPr lang="en-US" altLang="en-US" sz="2400" dirty="0"/>
              <a:t>One source instruction may require tens or hundreds of native target instructions to perform its function, which is relatively slow. V-ISA requires adding a processor-specific software translation layer in the complier.</a:t>
            </a:r>
          </a:p>
        </p:txBody>
      </p:sp>
    </p:spTree>
    <p:extLst>
      <p:ext uri="{BB962C8B-B14F-4D97-AF65-F5344CB8AC3E}">
        <p14:creationId xmlns:p14="http://schemas.microsoft.com/office/powerpoint/2010/main" val="2974931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BD0CD1DB-D3F7-7A18-329C-F2D8FC9018E2}"/>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4363C565-CF75-303D-636B-DB262B902E36}"/>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E19840F3-0702-56A6-ADEF-55890B74E993}"/>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B4256924-A50C-057C-98B8-844B78EE4660}"/>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7E1C5034-5AC1-AE5F-0347-3417971B39A2}"/>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81BC666D-8302-DFAE-BA9F-9E3C277CF0BA}"/>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9029650C-7425-3318-332F-380A407FF04B}"/>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A4BD3B26-1045-1C8F-0993-02BF6912CBA8}"/>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2">
            <a:extLst>
              <a:ext uri="{FF2B5EF4-FFF2-40B4-BE49-F238E27FC236}">
                <a16:creationId xmlns:a16="http://schemas.microsoft.com/office/drawing/2014/main" id="{8D1B898A-67C4-7B8D-CC87-4961A900AF84}"/>
              </a:ext>
            </a:extLst>
          </p:cNvPr>
          <p:cNvSpPr txBox="1">
            <a:spLocks noChangeArrowheads="1"/>
          </p:cNvSpPr>
          <p:nvPr/>
        </p:nvSpPr>
        <p:spPr bwMode="auto">
          <a:xfrm>
            <a:off x="2790457" y="693173"/>
            <a:ext cx="8226588" cy="4952061"/>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60000"/>
              </a:lnSpc>
            </a:pPr>
            <a:r>
              <a:rPr lang="en-US" altLang="en-US" sz="2000" b="1" i="1" dirty="0">
                <a:solidFill>
                  <a:schemeClr val="tx1"/>
                </a:solidFill>
              </a:rPr>
              <a:t>Virtualization at Hardware Abstraction level:</a:t>
            </a:r>
            <a:r>
              <a:rPr lang="en-US" altLang="en-US" sz="2000" b="1" dirty="0">
                <a:solidFill>
                  <a:schemeClr val="tx1"/>
                </a:solidFill>
              </a:rPr>
              <a:t> </a:t>
            </a:r>
            <a:br>
              <a:rPr lang="en-US" altLang="en-US" sz="2000" dirty="0">
                <a:solidFill>
                  <a:schemeClr val="tx1"/>
                </a:solidFill>
              </a:rPr>
            </a:br>
            <a:r>
              <a:rPr lang="en-US" altLang="en-US" sz="2000" dirty="0">
                <a:solidFill>
                  <a:schemeClr val="tx1"/>
                </a:solidFill>
              </a:rPr>
              <a:t>Virtualization is performed right on top of the hardware. It generates virtual hardware environments for VMs, and manages the underlying hardware through virtualization. Typical systems: VMware, Virtual PC, Denali, Xen</a:t>
            </a:r>
          </a:p>
          <a:p>
            <a:pPr>
              <a:lnSpc>
                <a:spcPct val="160000"/>
              </a:lnSpc>
            </a:pPr>
            <a:endParaRPr lang="en-US" altLang="en-US" sz="2000" dirty="0">
              <a:solidFill>
                <a:schemeClr val="tx1"/>
              </a:solidFill>
            </a:endParaRPr>
          </a:p>
          <a:p>
            <a:pPr>
              <a:lnSpc>
                <a:spcPct val="160000"/>
              </a:lnSpc>
            </a:pPr>
            <a:r>
              <a:rPr lang="en-US" altLang="en-US" sz="2000" b="1" dirty="0">
                <a:solidFill>
                  <a:schemeClr val="tx1"/>
                </a:solidFill>
              </a:rPr>
              <a:t>Advantage: </a:t>
            </a:r>
            <a:r>
              <a:rPr lang="en-US" altLang="en-US" sz="2000" dirty="0">
                <a:solidFill>
                  <a:schemeClr val="tx1"/>
                </a:solidFill>
              </a:rPr>
              <a:t>has higher performance and good application isolation</a:t>
            </a:r>
          </a:p>
          <a:p>
            <a:pPr>
              <a:lnSpc>
                <a:spcPct val="160000"/>
              </a:lnSpc>
            </a:pPr>
            <a:endParaRPr lang="en-US" altLang="en-US" sz="2000" dirty="0">
              <a:solidFill>
                <a:schemeClr val="tx1"/>
              </a:solidFill>
            </a:endParaRPr>
          </a:p>
          <a:p>
            <a:pPr>
              <a:lnSpc>
                <a:spcPct val="160000"/>
              </a:lnSpc>
            </a:pPr>
            <a:r>
              <a:rPr lang="en-US" altLang="en-US" sz="2000" b="1" dirty="0">
                <a:solidFill>
                  <a:schemeClr val="tx1"/>
                </a:solidFill>
              </a:rPr>
              <a:t>Shortcoming &amp; limitation</a:t>
            </a:r>
            <a:r>
              <a:rPr lang="en-US" altLang="en-US" sz="2000" dirty="0">
                <a:solidFill>
                  <a:schemeClr val="tx1"/>
                </a:solidFill>
              </a:rPr>
              <a:t>: very expensive to implement (complexity)</a:t>
            </a:r>
          </a:p>
          <a:p>
            <a:pPr>
              <a:lnSpc>
                <a:spcPct val="160000"/>
              </a:lnSpc>
            </a:pPr>
            <a:endParaRPr lang="en-US" altLang="en-US" sz="2000" i="1" dirty="0"/>
          </a:p>
        </p:txBody>
      </p:sp>
    </p:spTree>
    <p:extLst>
      <p:ext uri="{BB962C8B-B14F-4D97-AF65-F5344CB8AC3E}">
        <p14:creationId xmlns:p14="http://schemas.microsoft.com/office/powerpoint/2010/main" val="1836638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59F85BE3-BA25-F3FC-122F-64296872D63D}"/>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4E0203F0-5A16-781B-30DB-57624EE1BDF4}"/>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3118C345-E1FD-44A7-4BAE-1B81D90F94B9}"/>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AE70A38E-6980-A8C4-784D-8C598BE164D2}"/>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FAF5C686-B54C-729B-606F-660243AD7A41}"/>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221316AA-1680-50A5-6F4A-D0BBAE6FF06B}"/>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FDD67F82-5E1F-5D73-7D94-E26748B3678C}"/>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78DD7EEB-0DD7-3637-EC0D-1ED3AECAE9EC}"/>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2">
            <a:extLst>
              <a:ext uri="{FF2B5EF4-FFF2-40B4-BE49-F238E27FC236}">
                <a16:creationId xmlns:a16="http://schemas.microsoft.com/office/drawing/2014/main" id="{DE628151-5329-9FC1-703E-84425C9A468D}"/>
              </a:ext>
            </a:extLst>
          </p:cNvPr>
          <p:cNvSpPr txBox="1">
            <a:spLocks noChangeArrowheads="1"/>
          </p:cNvSpPr>
          <p:nvPr/>
        </p:nvSpPr>
        <p:spPr bwMode="auto">
          <a:xfrm>
            <a:off x="2790457" y="516194"/>
            <a:ext cx="8226588" cy="4873578"/>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10000"/>
              </a:lnSpc>
            </a:pPr>
            <a:r>
              <a:rPr lang="en-US" altLang="en-US" sz="2400" i="1" dirty="0">
                <a:solidFill>
                  <a:schemeClr val="tx1"/>
                </a:solidFill>
              </a:rPr>
              <a:t>Virtualization</a:t>
            </a:r>
            <a:r>
              <a:rPr lang="en-US" altLang="en-US" i="1" dirty="0">
                <a:solidFill>
                  <a:srgbClr val="FFFF00"/>
                </a:solidFill>
              </a:rPr>
              <a:t> </a:t>
            </a:r>
            <a:r>
              <a:rPr lang="en-US" altLang="en-US" sz="2400" i="1" dirty="0">
                <a:solidFill>
                  <a:schemeClr val="tx1"/>
                </a:solidFill>
              </a:rPr>
              <a:t>at Operating System level:</a:t>
            </a:r>
            <a:r>
              <a:rPr lang="en-US" altLang="en-US" sz="2400" dirty="0">
                <a:solidFill>
                  <a:schemeClr val="tx1"/>
                </a:solidFill>
              </a:rPr>
              <a:t> </a:t>
            </a:r>
          </a:p>
          <a:p>
            <a:pPr>
              <a:lnSpc>
                <a:spcPct val="110000"/>
              </a:lnSpc>
            </a:pPr>
            <a:r>
              <a:rPr lang="en-US" altLang="en-US" sz="2000" i="1" dirty="0"/>
              <a:t>      </a:t>
            </a:r>
            <a:r>
              <a:rPr lang="en-US" altLang="en-US" sz="2000" dirty="0"/>
              <a:t>It is an abstraction layer between traditional OS and user placations. This virtualization creates isolated containers on a single physical server and the OS-instance to utilize the hardware and software in datacenters. Typical systems: Jail / Virtual Environment / </a:t>
            </a:r>
            <a:r>
              <a:rPr lang="en-US" altLang="en-US" sz="2000" dirty="0" err="1"/>
              <a:t>Ensim's</a:t>
            </a:r>
            <a:r>
              <a:rPr lang="en-US" altLang="en-US" sz="2000" dirty="0"/>
              <a:t> VPS / FVM</a:t>
            </a:r>
          </a:p>
          <a:p>
            <a:pPr>
              <a:lnSpc>
                <a:spcPct val="110000"/>
              </a:lnSpc>
            </a:pPr>
            <a:endParaRPr lang="en-US" altLang="en-US" sz="2000" dirty="0"/>
          </a:p>
          <a:p>
            <a:pPr>
              <a:lnSpc>
                <a:spcPct val="110000"/>
              </a:lnSpc>
            </a:pPr>
            <a:r>
              <a:rPr lang="en-US" altLang="en-US" sz="2000" b="1" dirty="0">
                <a:solidFill>
                  <a:schemeClr val="tx1"/>
                </a:solidFill>
              </a:rPr>
              <a:t>Advantage: </a:t>
            </a:r>
            <a:r>
              <a:rPr lang="en-US" altLang="en-US" sz="2000" dirty="0"/>
              <a:t>have minimal </a:t>
            </a:r>
            <a:r>
              <a:rPr lang="en-US" altLang="en-US" sz="2000" dirty="0" err="1"/>
              <a:t>starup</a:t>
            </a:r>
            <a:r>
              <a:rPr lang="en-US" altLang="en-US" sz="2000" dirty="0"/>
              <a:t>/shutdown cost, low resource requirement, and high scalability; synchronize VM and host state changes.</a:t>
            </a:r>
          </a:p>
          <a:p>
            <a:pPr>
              <a:lnSpc>
                <a:spcPct val="110000"/>
              </a:lnSpc>
            </a:pPr>
            <a:endParaRPr lang="en-US" altLang="en-US" sz="2000" dirty="0"/>
          </a:p>
          <a:p>
            <a:pPr>
              <a:lnSpc>
                <a:spcPct val="110000"/>
              </a:lnSpc>
            </a:pPr>
            <a:r>
              <a:rPr lang="en-US" altLang="en-US" sz="2000" b="1" dirty="0">
                <a:solidFill>
                  <a:schemeClr val="tx1"/>
                </a:solidFill>
              </a:rPr>
              <a:t>Shortcoming &amp; limitation: </a:t>
            </a:r>
            <a:r>
              <a:rPr lang="en-US" altLang="en-US" sz="2000" dirty="0"/>
              <a:t>all VMs at the operating system level must have the same kind of guest OS; poor application flexibility and isolation.</a:t>
            </a:r>
          </a:p>
        </p:txBody>
      </p:sp>
    </p:spTree>
    <p:extLst>
      <p:ext uri="{BB962C8B-B14F-4D97-AF65-F5344CB8AC3E}">
        <p14:creationId xmlns:p14="http://schemas.microsoft.com/office/powerpoint/2010/main" val="1342464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584F9454-5126-C70F-01D4-774FFA81FC6D}"/>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6CBFF9E5-B867-D7EC-4F85-14D76DBA578B}"/>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067C50BA-4F4B-9742-2676-5EFD7CD8559F}"/>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E9226A84-CDF8-263C-6AA8-33C59D174D01}"/>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00C31038-C04C-477D-9BED-CED92FAC11E2}"/>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7A6C58D9-DEB8-7FA0-53D4-D2A8666214D5}"/>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5364EE01-D2FA-9244-B02A-D7726F8E2F88}"/>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319A7DAA-887C-C7E0-C1D3-E996A5EB9BF7}"/>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EC234AF0-246D-2B4C-6195-3424496BBB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8984" y="1150374"/>
            <a:ext cx="8653462" cy="5043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4">
            <a:extLst>
              <a:ext uri="{FF2B5EF4-FFF2-40B4-BE49-F238E27FC236}">
                <a16:creationId xmlns:a16="http://schemas.microsoft.com/office/drawing/2014/main" id="{2A4A85DF-F4A6-964F-6DE2-EAD9DABC30C8}"/>
              </a:ext>
            </a:extLst>
          </p:cNvPr>
          <p:cNvSpPr txBox="1">
            <a:spLocks noChangeArrowheads="1"/>
          </p:cNvSpPr>
          <p:nvPr/>
        </p:nvSpPr>
        <p:spPr bwMode="auto">
          <a:xfrm>
            <a:off x="1470025" y="244475"/>
            <a:ext cx="71834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800" dirty="0">
                <a:solidFill>
                  <a:schemeClr val="tx1"/>
                </a:solidFill>
                <a:effectLst>
                  <a:outerShdw blurRad="38100" dist="38100" dir="2700000" algn="tl">
                    <a:srgbClr val="000000"/>
                  </a:outerShdw>
                </a:effectLst>
              </a:rPr>
              <a:t>Virtualization at OS Level</a:t>
            </a:r>
          </a:p>
        </p:txBody>
      </p:sp>
    </p:spTree>
    <p:extLst>
      <p:ext uri="{BB962C8B-B14F-4D97-AF65-F5344CB8AC3E}">
        <p14:creationId xmlns:p14="http://schemas.microsoft.com/office/powerpoint/2010/main" val="3320307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B86955BA-C521-FEDE-2EA7-57643192CFA0}"/>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D4D69C04-EDC2-8DFB-AEA8-56C2488ED271}"/>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A116C2BB-3BF4-FF90-5A99-2AEE5D5AC923}"/>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A445CE45-8CAA-02DB-A341-71E9FAD29395}"/>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2A2CF966-B128-707F-8A05-CDA9C51DD94C}"/>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432B5638-17A5-D520-E25F-266F8BD43ACC}"/>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4755CFB6-410F-DAB3-7D05-59E20E2C684B}"/>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6EF3D188-F4BF-8887-6567-4D3FA9ED9F39}"/>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4">
            <a:extLst>
              <a:ext uri="{FF2B5EF4-FFF2-40B4-BE49-F238E27FC236}">
                <a16:creationId xmlns:a16="http://schemas.microsoft.com/office/drawing/2014/main" id="{F37A0D0D-3A94-4D42-7F30-3CF70302138A}"/>
              </a:ext>
            </a:extLst>
          </p:cNvPr>
          <p:cNvSpPr txBox="1">
            <a:spLocks noChangeArrowheads="1"/>
          </p:cNvSpPr>
          <p:nvPr/>
        </p:nvSpPr>
        <p:spPr bwMode="auto">
          <a:xfrm>
            <a:off x="2445463" y="427703"/>
            <a:ext cx="6227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3200" dirty="0">
                <a:solidFill>
                  <a:schemeClr val="tx1"/>
                </a:solidFill>
                <a:effectLst>
                  <a:outerShdw blurRad="38100" dist="38100" dir="2700000" algn="tl">
                    <a:srgbClr val="000000"/>
                  </a:outerShdw>
                </a:effectLst>
              </a:rPr>
              <a:t>Virtualization for Linux and </a:t>
            </a:r>
            <a:br>
              <a:rPr lang="en-US" altLang="en-US" sz="3200" dirty="0">
                <a:solidFill>
                  <a:schemeClr val="tx1"/>
                </a:solidFill>
                <a:effectLst>
                  <a:outerShdw blurRad="38100" dist="38100" dir="2700000" algn="tl">
                    <a:srgbClr val="000000"/>
                  </a:outerShdw>
                </a:effectLst>
              </a:rPr>
            </a:br>
            <a:r>
              <a:rPr lang="en-US" altLang="en-US" sz="3200" dirty="0">
                <a:solidFill>
                  <a:schemeClr val="tx1"/>
                </a:solidFill>
                <a:effectLst>
                  <a:outerShdw blurRad="38100" dist="38100" dir="2700000" algn="tl">
                    <a:srgbClr val="000000"/>
                  </a:outerShdw>
                </a:effectLst>
              </a:rPr>
              <a:t>Windows NT Platforms</a:t>
            </a:r>
          </a:p>
        </p:txBody>
      </p:sp>
      <p:pic>
        <p:nvPicPr>
          <p:cNvPr id="3" name="Picture 3">
            <a:extLst>
              <a:ext uri="{FF2B5EF4-FFF2-40B4-BE49-F238E27FC236}">
                <a16:creationId xmlns:a16="http://schemas.microsoft.com/office/drawing/2014/main" id="{ACD4EB51-3FBB-ACF8-2242-A22AF0DBB0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723" t="2682" r="4355"/>
          <a:stretch>
            <a:fillRect/>
          </a:stretch>
        </p:blipFill>
        <p:spPr bwMode="auto">
          <a:xfrm>
            <a:off x="2895730" y="1504921"/>
            <a:ext cx="8486564" cy="4945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0698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69EA0D1F-25A5-C3DF-0718-689336C25043}"/>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8FC03744-67D0-4F63-9752-5FF8DEFC779D}"/>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A5A5B221-E409-350D-A420-3C4E30BBE7B7}"/>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F1AF18A9-66F3-BF25-84AA-A85834BD630E}"/>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7D7C5042-E14F-9A77-5423-81D0C14EA68B}"/>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4D6AD70D-4CAA-85D3-DFC1-075260CF50D9}"/>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4ADE77FA-98B0-D144-9D9D-CA483CF1E9EB}"/>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C4A6F631-276E-C23D-F2CC-967FB3F5A5DC}"/>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2">
            <a:extLst>
              <a:ext uri="{FF2B5EF4-FFF2-40B4-BE49-F238E27FC236}">
                <a16:creationId xmlns:a16="http://schemas.microsoft.com/office/drawing/2014/main" id="{C491DB86-8085-8B2E-2D9D-80D820BE4E94}"/>
              </a:ext>
            </a:extLst>
          </p:cNvPr>
          <p:cNvSpPr txBox="1">
            <a:spLocks noChangeArrowheads="1"/>
          </p:cNvSpPr>
          <p:nvPr/>
        </p:nvSpPr>
        <p:spPr bwMode="auto">
          <a:xfrm>
            <a:off x="3009343" y="324465"/>
            <a:ext cx="8190071" cy="6425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5563" indent="-55563" eaLnBrk="0" hangingPunct="0">
              <a:defRPr sz="3200" b="1">
                <a:solidFill>
                  <a:schemeClr val="tx1"/>
                </a:solidFill>
                <a:latin typeface="Arial" panose="020B0604020202020204" pitchFamily="34" charset="0"/>
                <a:ea typeface="ＭＳ Ｐゴシック" panose="020B0600070205080204" pitchFamily="34" charset="-128"/>
              </a:defRPr>
            </a:lvl1pPr>
            <a:lvl2pPr marL="973138" indent="-457200" eaLnBrk="0" hangingPunct="0">
              <a:defRPr sz="3200" b="1">
                <a:solidFill>
                  <a:schemeClr val="tx1"/>
                </a:solidFill>
                <a:latin typeface="Arial" panose="020B0604020202020204" pitchFamily="34" charset="0"/>
                <a:ea typeface="ＭＳ Ｐゴシック" panose="020B0600070205080204" pitchFamily="34" charset="-128"/>
              </a:defRPr>
            </a:lvl2pPr>
            <a:lvl3pPr marL="1544638" indent="-457200" eaLnBrk="0" hangingPunct="0">
              <a:defRPr sz="3200" b="1">
                <a:solidFill>
                  <a:schemeClr val="tx1"/>
                </a:solidFill>
                <a:latin typeface="Arial" panose="020B0604020202020204" pitchFamily="34" charset="0"/>
                <a:ea typeface="ＭＳ Ｐゴシック" panose="020B0600070205080204" pitchFamily="34" charset="-128"/>
              </a:defRPr>
            </a:lvl3pPr>
            <a:lvl4pPr marL="2116138" indent="-457200" eaLnBrk="0" hangingPunct="0">
              <a:defRPr sz="3200" b="1">
                <a:solidFill>
                  <a:schemeClr val="tx1"/>
                </a:solidFill>
                <a:latin typeface="Arial" panose="020B0604020202020204" pitchFamily="34" charset="0"/>
                <a:ea typeface="ＭＳ Ｐゴシック" panose="020B0600070205080204" pitchFamily="34" charset="-128"/>
              </a:defRPr>
            </a:lvl4pPr>
            <a:lvl5pPr marL="2687638" indent="-457200" eaLnBrk="0" hangingPunct="0">
              <a:defRPr sz="3200" b="1">
                <a:solidFill>
                  <a:schemeClr val="tx1"/>
                </a:solidFill>
                <a:latin typeface="Arial" panose="020B0604020202020204" pitchFamily="34" charset="0"/>
                <a:ea typeface="ＭＳ Ｐゴシック" panose="020B0600070205080204" pitchFamily="34" charset="-128"/>
              </a:defRPr>
            </a:lvl5pPr>
            <a:lvl6pPr marL="3144838" indent="-4572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3602038" indent="-4572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4059238" indent="-4572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4516438" indent="-4572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eaLnBrk="1" hangingPunct="1">
              <a:lnSpc>
                <a:spcPct val="150000"/>
              </a:lnSpc>
              <a:spcBef>
                <a:spcPct val="50000"/>
              </a:spcBef>
            </a:pPr>
            <a:r>
              <a:rPr lang="en-US" altLang="en-US" sz="2800" dirty="0">
                <a:solidFill>
                  <a:schemeClr val="accent2">
                    <a:lumMod val="75000"/>
                  </a:schemeClr>
                </a:solidFill>
                <a:effectLst>
                  <a:outerShdw blurRad="38100" dist="38100" dir="2700000" algn="tl">
                    <a:srgbClr val="000000"/>
                  </a:outerShdw>
                </a:effectLst>
              </a:rPr>
              <a:t>Advantages of OS Extension for Virtualization </a:t>
            </a:r>
          </a:p>
          <a:p>
            <a:pPr eaLnBrk="1" hangingPunct="1">
              <a:lnSpc>
                <a:spcPct val="150000"/>
              </a:lnSpc>
              <a:spcBef>
                <a:spcPct val="50000"/>
              </a:spcBef>
              <a:buFontTx/>
              <a:buAutoNum type="arabicPeriod"/>
            </a:pPr>
            <a:r>
              <a:rPr lang="en-US" altLang="en-US" sz="2400" dirty="0">
                <a:effectLst>
                  <a:outerShdw blurRad="38100" dist="38100" dir="2700000" algn="tl">
                    <a:srgbClr val="000000"/>
                  </a:outerShdw>
                </a:effectLst>
              </a:rPr>
              <a:t>  VMs at OS level has minimum startup/</a:t>
            </a:r>
            <a:br>
              <a:rPr lang="en-US" altLang="en-US" sz="2400" dirty="0">
                <a:effectLst>
                  <a:outerShdw blurRad="38100" dist="38100" dir="2700000" algn="tl">
                    <a:srgbClr val="000000"/>
                  </a:outerShdw>
                </a:effectLst>
              </a:rPr>
            </a:br>
            <a:r>
              <a:rPr lang="en-US" altLang="en-US" sz="2400" dirty="0">
                <a:effectLst>
                  <a:outerShdw blurRad="38100" dist="38100" dir="2700000" algn="tl">
                    <a:srgbClr val="000000"/>
                  </a:outerShdw>
                </a:effectLst>
              </a:rPr>
              <a:t>    shutdown costs</a:t>
            </a:r>
          </a:p>
          <a:p>
            <a:pPr eaLnBrk="1" hangingPunct="1">
              <a:lnSpc>
                <a:spcPct val="150000"/>
              </a:lnSpc>
              <a:spcBef>
                <a:spcPct val="50000"/>
              </a:spcBef>
              <a:buFontTx/>
              <a:buAutoNum type="arabicPeriod"/>
            </a:pPr>
            <a:r>
              <a:rPr lang="en-US" altLang="en-US" sz="2400" dirty="0">
                <a:effectLst>
                  <a:outerShdw blurRad="38100" dist="38100" dir="2700000" algn="tl">
                    <a:srgbClr val="000000"/>
                  </a:outerShdw>
                </a:effectLst>
              </a:rPr>
              <a:t>  OS-level VM can easily synchronize with its    </a:t>
            </a:r>
            <a:br>
              <a:rPr lang="en-US" altLang="en-US" sz="2400" dirty="0">
                <a:effectLst>
                  <a:outerShdw blurRad="38100" dist="38100" dir="2700000" algn="tl">
                    <a:srgbClr val="000000"/>
                  </a:outerShdw>
                </a:effectLst>
              </a:rPr>
            </a:br>
            <a:r>
              <a:rPr lang="en-US" altLang="en-US" sz="2400" dirty="0">
                <a:effectLst>
                  <a:outerShdw blurRad="38100" dist="38100" dir="2700000" algn="tl">
                    <a:srgbClr val="000000"/>
                  </a:outerShdw>
                </a:effectLst>
              </a:rPr>
              <a:t>     environment </a:t>
            </a:r>
          </a:p>
          <a:p>
            <a:pPr eaLnBrk="1" hangingPunct="1">
              <a:lnSpc>
                <a:spcPct val="150000"/>
              </a:lnSpc>
              <a:spcBef>
                <a:spcPct val="50000"/>
              </a:spcBef>
            </a:pPr>
            <a:r>
              <a:rPr lang="en-US" altLang="en-US" sz="2800" dirty="0">
                <a:solidFill>
                  <a:schemeClr val="accent2">
                    <a:lumMod val="75000"/>
                  </a:schemeClr>
                </a:solidFill>
                <a:effectLst>
                  <a:outerShdw blurRad="38100" dist="38100" dir="2700000" algn="tl">
                    <a:srgbClr val="000000"/>
                  </a:outerShdw>
                </a:effectLst>
              </a:rPr>
              <a:t>Disadvantage of OS Extension for Virtualization </a:t>
            </a:r>
            <a:r>
              <a:rPr lang="en-US" altLang="en-US" sz="2000" dirty="0">
                <a:solidFill>
                  <a:schemeClr val="accent2">
                    <a:lumMod val="75000"/>
                  </a:schemeClr>
                </a:solidFill>
                <a:effectLst>
                  <a:outerShdw blurRad="38100" dist="38100" dir="2700000" algn="tl">
                    <a:srgbClr val="000000"/>
                  </a:outerShdw>
                </a:effectLst>
              </a:rPr>
              <a:t>          </a:t>
            </a:r>
            <a:r>
              <a:rPr lang="en-US" altLang="en-US" sz="2400" dirty="0">
                <a:effectLst>
                  <a:outerShdw blurRad="38100" dist="38100" dir="2700000" algn="tl">
                    <a:srgbClr val="000000"/>
                  </a:outerShdw>
                </a:effectLst>
              </a:rPr>
              <a:t>All VMs  in the same OS container must have the same or similar guest OS, which restrict application flexibility of different VMs on the same physical machine.</a:t>
            </a:r>
          </a:p>
        </p:txBody>
      </p:sp>
    </p:spTree>
    <p:extLst>
      <p:ext uri="{BB962C8B-B14F-4D97-AF65-F5344CB8AC3E}">
        <p14:creationId xmlns:p14="http://schemas.microsoft.com/office/powerpoint/2010/main" val="106543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E7B3E3E7-69F7-2371-DCFA-E9022342BB56}"/>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88C708A8-553C-235E-327D-7C81DE26BD6F}"/>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7F91EEA2-06F7-C043-CF87-D1C6A1EC56A2}"/>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38FF2276-2B62-8C5A-D6D5-B03EA5EB0A31}"/>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C5F3F35F-33C3-AE05-BE79-BD9215F8D70E}"/>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3233906D-52E4-4E06-24D8-97961F0B6E13}"/>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3906ED05-558D-FB00-3619-02EE3EB30594}"/>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746402FC-2B02-CAE4-0721-82B7CBC20B9B}"/>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2">
            <a:extLst>
              <a:ext uri="{FF2B5EF4-FFF2-40B4-BE49-F238E27FC236}">
                <a16:creationId xmlns:a16="http://schemas.microsoft.com/office/drawing/2014/main" id="{34EE6E66-F035-8596-CC85-A66D28A6C451}"/>
              </a:ext>
            </a:extLst>
          </p:cNvPr>
          <p:cNvSpPr txBox="1">
            <a:spLocks noChangeArrowheads="1"/>
          </p:cNvSpPr>
          <p:nvPr/>
        </p:nvSpPr>
        <p:spPr bwMode="auto">
          <a:xfrm>
            <a:off x="3086949" y="560439"/>
            <a:ext cx="8003837" cy="517064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en-US" sz="2800" b="1" i="1" dirty="0">
                <a:solidFill>
                  <a:schemeClr val="tx1">
                    <a:lumMod val="95000"/>
                    <a:lumOff val="5000"/>
                  </a:schemeClr>
                </a:solidFill>
              </a:rPr>
              <a:t>Library Support level:</a:t>
            </a:r>
            <a:r>
              <a:rPr lang="en-US" altLang="en-US" sz="2800" b="1" dirty="0">
                <a:solidFill>
                  <a:schemeClr val="tx1">
                    <a:lumMod val="95000"/>
                    <a:lumOff val="5000"/>
                  </a:schemeClr>
                </a:solidFill>
              </a:rPr>
              <a:t> </a:t>
            </a:r>
          </a:p>
          <a:p>
            <a:endParaRPr lang="en-US" altLang="en-US" dirty="0"/>
          </a:p>
          <a:p>
            <a:r>
              <a:rPr lang="en-US" altLang="en-US" sz="2400" dirty="0"/>
              <a:t>It creates execution environments for running alien programs on a platform rather than creating VM to run the entire operating system. It is done by API call interception and remapping. </a:t>
            </a:r>
          </a:p>
          <a:p>
            <a:r>
              <a:rPr lang="en-US" altLang="en-US" sz="2400" dirty="0"/>
              <a:t>Typical systems: </a:t>
            </a:r>
            <a:r>
              <a:rPr lang="en-US" altLang="en-US" sz="2400" b="1" dirty="0">
                <a:solidFill>
                  <a:schemeClr val="tx1">
                    <a:lumMod val="95000"/>
                    <a:lumOff val="5000"/>
                  </a:schemeClr>
                </a:solidFill>
              </a:rPr>
              <a:t>Wine, WAB, </a:t>
            </a:r>
            <a:r>
              <a:rPr lang="en-US" altLang="en-US" sz="2400" b="1" dirty="0" err="1">
                <a:solidFill>
                  <a:schemeClr val="tx1">
                    <a:lumMod val="95000"/>
                    <a:lumOff val="5000"/>
                  </a:schemeClr>
                </a:solidFill>
              </a:rPr>
              <a:t>LxRun</a:t>
            </a:r>
            <a:r>
              <a:rPr lang="en-US" altLang="en-US" sz="2400" b="1" dirty="0">
                <a:solidFill>
                  <a:schemeClr val="tx1">
                    <a:lumMod val="95000"/>
                    <a:lumOff val="5000"/>
                  </a:schemeClr>
                </a:solidFill>
              </a:rPr>
              <a:t> , </a:t>
            </a:r>
            <a:r>
              <a:rPr lang="en-US" altLang="en-US" sz="2400" b="1" dirty="0" err="1">
                <a:solidFill>
                  <a:schemeClr val="tx1">
                    <a:lumMod val="95000"/>
                    <a:lumOff val="5000"/>
                  </a:schemeClr>
                </a:solidFill>
              </a:rPr>
              <a:t>VisualMainWin</a:t>
            </a:r>
            <a:endParaRPr lang="en-US" altLang="en-US" sz="2400" b="1" dirty="0">
              <a:solidFill>
                <a:schemeClr val="tx1">
                  <a:lumMod val="95000"/>
                  <a:lumOff val="5000"/>
                </a:schemeClr>
              </a:solidFill>
            </a:endParaRPr>
          </a:p>
          <a:p>
            <a:endParaRPr lang="en-US" altLang="en-US" sz="2400" dirty="0">
              <a:solidFill>
                <a:srgbClr val="00FFFF"/>
              </a:solidFill>
            </a:endParaRPr>
          </a:p>
          <a:p>
            <a:r>
              <a:rPr lang="en-US" altLang="en-US" sz="2400" b="1" dirty="0">
                <a:solidFill>
                  <a:schemeClr val="tx1">
                    <a:lumMod val="95000"/>
                    <a:lumOff val="5000"/>
                  </a:schemeClr>
                </a:solidFill>
              </a:rPr>
              <a:t>Advantage</a:t>
            </a:r>
            <a:r>
              <a:rPr lang="en-US" altLang="en-US" sz="2400" dirty="0">
                <a:solidFill>
                  <a:schemeClr val="tx1">
                    <a:lumMod val="95000"/>
                    <a:lumOff val="5000"/>
                  </a:schemeClr>
                </a:solidFill>
              </a:rPr>
              <a:t>: </a:t>
            </a:r>
            <a:r>
              <a:rPr lang="en-US" altLang="en-US" sz="2400" dirty="0"/>
              <a:t>It has very low implementation effort</a:t>
            </a:r>
          </a:p>
          <a:p>
            <a:endParaRPr lang="en-US" altLang="en-US" sz="2400" dirty="0"/>
          </a:p>
          <a:p>
            <a:r>
              <a:rPr lang="en-US" altLang="en-US" sz="2400" b="1" dirty="0">
                <a:solidFill>
                  <a:schemeClr val="tx1">
                    <a:lumMod val="95000"/>
                    <a:lumOff val="5000"/>
                  </a:schemeClr>
                </a:solidFill>
              </a:rPr>
              <a:t>Shortcoming &amp; limitation:</a:t>
            </a:r>
            <a:r>
              <a:rPr lang="en-US" altLang="en-US" sz="2400" dirty="0"/>
              <a:t> poor application flexibility and isolation</a:t>
            </a:r>
          </a:p>
          <a:p>
            <a:endParaRPr lang="en-US" altLang="en-US" sz="2400" i="1" dirty="0"/>
          </a:p>
          <a:p>
            <a:endParaRPr lang="en-US" altLang="en-US" sz="2400" i="1" dirty="0"/>
          </a:p>
        </p:txBody>
      </p:sp>
    </p:spTree>
    <p:extLst>
      <p:ext uri="{BB962C8B-B14F-4D97-AF65-F5344CB8AC3E}">
        <p14:creationId xmlns:p14="http://schemas.microsoft.com/office/powerpoint/2010/main" val="3064350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F51C793-AC1E-D590-31F0-E8D0B776307E}"/>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1241CE93-33E6-7E3A-239C-653D1AFEB776}"/>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93B87F54-630B-6900-5EFD-7DC68ED360E3}"/>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72A65091-9372-981D-2E16-257945D4023B}"/>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FBEAE12A-9172-5415-0248-BB6CEDFA1D66}"/>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6293FAD2-EEF0-2EB5-9B51-14E3925F15E2}"/>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01D92D70-B8F4-F2EC-0288-128E600AEC57}"/>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E6509E37-2116-571F-2167-48A92EF6ED31}"/>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E95B53AE-F647-61FE-8E7C-C185DFD9DF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5750" y="914400"/>
            <a:ext cx="8900157" cy="5737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2">
            <a:extLst>
              <a:ext uri="{FF2B5EF4-FFF2-40B4-BE49-F238E27FC236}">
                <a16:creationId xmlns:a16="http://schemas.microsoft.com/office/drawing/2014/main" id="{A57EB4B9-01AF-8ADE-C52F-D4CE8902F227}"/>
              </a:ext>
            </a:extLst>
          </p:cNvPr>
          <p:cNvSpPr txBox="1">
            <a:spLocks noChangeArrowheads="1"/>
          </p:cNvSpPr>
          <p:nvPr/>
        </p:nvSpPr>
        <p:spPr bwMode="auto">
          <a:xfrm>
            <a:off x="2595749" y="206477"/>
            <a:ext cx="84360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3200" dirty="0">
                <a:solidFill>
                  <a:schemeClr val="tx1">
                    <a:lumMod val="95000"/>
                    <a:lumOff val="5000"/>
                  </a:schemeClr>
                </a:solidFill>
                <a:effectLst>
                  <a:outerShdw blurRad="38100" dist="38100" dir="2700000" algn="tl">
                    <a:srgbClr val="000000"/>
                  </a:outerShdw>
                </a:effectLst>
              </a:rPr>
              <a:t>Virtualization with Middleware/Library Support</a:t>
            </a:r>
          </a:p>
        </p:txBody>
      </p:sp>
    </p:spTree>
    <p:extLst>
      <p:ext uri="{BB962C8B-B14F-4D97-AF65-F5344CB8AC3E}">
        <p14:creationId xmlns:p14="http://schemas.microsoft.com/office/powerpoint/2010/main" val="865176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5FE942E2-E520-7382-8B54-C4B6BE1C9CF0}"/>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6CAD861E-42DE-85A9-3E9A-CA1D2B4D6A4B}"/>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C1C528AD-03B9-7CED-7488-1223C2A6086E}"/>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E93D8262-4908-F0E8-2916-A6F714631101}"/>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ECD53F65-DACF-FCB4-7B14-823475718485}"/>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A6B52714-48E1-1D7D-C678-85880B7D59A4}"/>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38F0E4CE-C3E2-063E-7279-CEA75E0F75E4}"/>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74317903-0B99-05B9-FFE2-D7A970767A3A}"/>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4">
            <a:extLst>
              <a:ext uri="{FF2B5EF4-FFF2-40B4-BE49-F238E27FC236}">
                <a16:creationId xmlns:a16="http://schemas.microsoft.com/office/drawing/2014/main" id="{A31A7BE5-4590-C6A5-B2E4-FD3B39996309}"/>
              </a:ext>
            </a:extLst>
          </p:cNvPr>
          <p:cNvSpPr txBox="1">
            <a:spLocks noChangeArrowheads="1"/>
          </p:cNvSpPr>
          <p:nvPr/>
        </p:nvSpPr>
        <p:spPr bwMode="auto">
          <a:xfrm>
            <a:off x="2712850" y="383458"/>
            <a:ext cx="8486564" cy="600164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en-US" sz="3600" i="1" dirty="0">
                <a:solidFill>
                  <a:schemeClr val="tx1">
                    <a:lumMod val="95000"/>
                    <a:lumOff val="5000"/>
                  </a:schemeClr>
                </a:solidFill>
              </a:rPr>
              <a:t>User-Application level:</a:t>
            </a:r>
            <a:r>
              <a:rPr lang="en-US" altLang="en-US" sz="3600" dirty="0">
                <a:solidFill>
                  <a:schemeClr val="tx1">
                    <a:lumMod val="95000"/>
                    <a:lumOff val="5000"/>
                  </a:schemeClr>
                </a:solidFill>
              </a:rPr>
              <a:t> </a:t>
            </a:r>
          </a:p>
          <a:p>
            <a:endParaRPr lang="en-US" altLang="en-US" sz="3600" dirty="0">
              <a:solidFill>
                <a:srgbClr val="FFFF00"/>
              </a:solidFill>
            </a:endParaRPr>
          </a:p>
          <a:p>
            <a:r>
              <a:rPr lang="en-US" altLang="en-US" sz="2400" dirty="0"/>
              <a:t>It</a:t>
            </a:r>
            <a:r>
              <a:rPr lang="en-US" altLang="en-US" sz="2000" dirty="0"/>
              <a:t> </a:t>
            </a:r>
            <a:r>
              <a:rPr lang="en-US" altLang="en-US" sz="2400" dirty="0"/>
              <a:t>virtualizes an application as a virtual machine. This layer sits as an application program on top of an operating system and exports an abstraction of a VM that can run programs written and compiled to a particular abstract machine definition. </a:t>
            </a:r>
          </a:p>
          <a:p>
            <a:r>
              <a:rPr lang="en-US" altLang="en-US" sz="2400" dirty="0"/>
              <a:t>Typical systems: </a:t>
            </a:r>
            <a:br>
              <a:rPr lang="en-US" altLang="en-US" sz="2400" dirty="0"/>
            </a:br>
            <a:r>
              <a:rPr lang="en-US" altLang="en-US" sz="2400" dirty="0">
                <a:solidFill>
                  <a:schemeClr val="tx1">
                    <a:lumMod val="95000"/>
                    <a:lumOff val="5000"/>
                  </a:schemeClr>
                </a:solidFill>
              </a:rPr>
              <a:t>JVM ,  NET CLI ,  </a:t>
            </a:r>
            <a:r>
              <a:rPr lang="en-US" altLang="en-US" sz="2400" dirty="0" err="1">
                <a:solidFill>
                  <a:schemeClr val="tx1">
                    <a:lumMod val="95000"/>
                    <a:lumOff val="5000"/>
                  </a:schemeClr>
                </a:solidFill>
              </a:rPr>
              <a:t>Panot</a:t>
            </a:r>
            <a:endParaRPr lang="en-US" altLang="en-US" sz="2400" dirty="0">
              <a:solidFill>
                <a:schemeClr val="tx1">
                  <a:lumMod val="95000"/>
                  <a:lumOff val="5000"/>
                </a:schemeClr>
              </a:solidFill>
            </a:endParaRPr>
          </a:p>
          <a:p>
            <a:endParaRPr lang="en-US" altLang="en-US" sz="2400" b="1" dirty="0">
              <a:solidFill>
                <a:srgbClr val="00FFFF"/>
              </a:solidFill>
            </a:endParaRPr>
          </a:p>
          <a:p>
            <a:r>
              <a:rPr lang="en-US" altLang="en-US" sz="2400" b="1" dirty="0">
                <a:solidFill>
                  <a:schemeClr val="tx1">
                    <a:lumMod val="95000"/>
                    <a:lumOff val="5000"/>
                  </a:schemeClr>
                </a:solidFill>
              </a:rPr>
              <a:t>Advantage</a:t>
            </a:r>
            <a:r>
              <a:rPr lang="en-US" altLang="en-US" sz="2400" dirty="0">
                <a:solidFill>
                  <a:schemeClr val="tx1">
                    <a:lumMod val="95000"/>
                    <a:lumOff val="5000"/>
                  </a:schemeClr>
                </a:solidFill>
              </a:rPr>
              <a:t>: </a:t>
            </a:r>
            <a:r>
              <a:rPr lang="en-US" altLang="en-US" sz="2400" dirty="0"/>
              <a:t>has the best application isolation</a:t>
            </a:r>
          </a:p>
          <a:p>
            <a:endParaRPr lang="en-US" altLang="en-US" sz="2400" dirty="0"/>
          </a:p>
          <a:p>
            <a:r>
              <a:rPr lang="en-US" altLang="en-US" sz="2400" b="1" dirty="0">
                <a:solidFill>
                  <a:schemeClr val="tx1">
                    <a:lumMod val="95000"/>
                    <a:lumOff val="5000"/>
                  </a:schemeClr>
                </a:solidFill>
              </a:rPr>
              <a:t>Shortcoming &amp; limitation: </a:t>
            </a:r>
            <a:r>
              <a:rPr lang="en-US" altLang="en-US" sz="2400" dirty="0"/>
              <a:t>low performance, low application flexibility and high implementation complexity.</a:t>
            </a:r>
          </a:p>
          <a:p>
            <a:endParaRPr lang="en-US" altLang="en-US" sz="2400" dirty="0"/>
          </a:p>
        </p:txBody>
      </p:sp>
    </p:spTree>
    <p:extLst>
      <p:ext uri="{BB962C8B-B14F-4D97-AF65-F5344CB8AC3E}">
        <p14:creationId xmlns:p14="http://schemas.microsoft.com/office/powerpoint/2010/main" val="1070257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D3998076-D0CB-FA55-0440-032BC506A880}"/>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476B61C8-CFC5-D001-5494-A55917EF78E2}"/>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11933869-FFA5-A78F-47D8-B72F8BFE368A}"/>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F7523E79-2E05-1352-543B-F43B7B835DDB}"/>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8560430A-756E-9B34-96F6-8313B4202969}"/>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18790A77-D2F0-6091-3601-E3DEE3FC24C3}"/>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EE5F7597-5C9D-7C6F-1B14-A5BFAF3E3B8C}"/>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C0C1C70A-1FD6-4AE1-6A65-E184EA54BAAF}"/>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D8255EFD-8455-C55A-CA32-6CFAEFBB7C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907" r="1891"/>
          <a:stretch>
            <a:fillRect/>
          </a:stretch>
        </p:blipFill>
        <p:spPr bwMode="auto">
          <a:xfrm>
            <a:off x="2566220" y="1225232"/>
            <a:ext cx="8929687" cy="4349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0594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97820C8-1C98-EFFA-138B-6EC246E72457}"/>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DBEC9B7D-2CA9-B0B0-E7E0-4C6939EB11BD}"/>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A7182650-ECF8-D596-9E41-5D04D5925F98}"/>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2A1DF041-8749-A286-D842-CC3DB2D4F67C}"/>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9563BA34-990A-559E-CEE0-65BC24AAE9E3}"/>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E714E1F2-9740-AC50-B48F-BA01FC35C76B}"/>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CF34CF6A-952D-0260-4A45-E29953339214}"/>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883C1A21-6251-93B3-B395-67DBFDAA08A5}"/>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2">
            <a:extLst>
              <a:ext uri="{FF2B5EF4-FFF2-40B4-BE49-F238E27FC236}">
                <a16:creationId xmlns:a16="http://schemas.microsoft.com/office/drawing/2014/main" id="{6AF48034-FAE6-3B05-575A-636D9DD3FDCA}"/>
              </a:ext>
            </a:extLst>
          </p:cNvPr>
          <p:cNvSpPr txBox="1">
            <a:spLocks noChangeArrowheads="1"/>
          </p:cNvSpPr>
          <p:nvPr/>
        </p:nvSpPr>
        <p:spPr bwMode="auto">
          <a:xfrm>
            <a:off x="2712850" y="1474470"/>
            <a:ext cx="8120177" cy="4738157"/>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10000"/>
              </a:lnSpc>
            </a:pPr>
            <a:r>
              <a:rPr lang="en-US" altLang="en-US" sz="2800" b="1" dirty="0">
                <a:solidFill>
                  <a:schemeClr val="accent2">
                    <a:lumMod val="50000"/>
                  </a:schemeClr>
                </a:solidFill>
              </a:rPr>
              <a:t>Full virtualization</a:t>
            </a:r>
            <a:r>
              <a:rPr lang="en-US" altLang="en-US" sz="2000" b="1" dirty="0">
                <a:solidFill>
                  <a:schemeClr val="accent2">
                    <a:lumMod val="50000"/>
                  </a:schemeClr>
                </a:solidFill>
              </a:rPr>
              <a:t> </a:t>
            </a:r>
            <a:r>
              <a:rPr lang="en-US" altLang="en-US" sz="2000" dirty="0"/>
              <a:t>does not need to modify guest OS, and critical instructions are emulated by software through the use of binary translation. On the other hand, para virtualization needs to modify guest OS, and non-virtualizable instructions are replaced by </a:t>
            </a:r>
            <a:r>
              <a:rPr lang="en-US" altLang="en-US" sz="2000" dirty="0" err="1"/>
              <a:t>hypercalls</a:t>
            </a:r>
            <a:r>
              <a:rPr lang="en-US" altLang="en-US" sz="2000" dirty="0"/>
              <a:t> that communicate directly with the hypervisor or VMM. As of full virtualization, the advantage is no need to modify OS. However, this approach of binary translation slows down the performance a lot. </a:t>
            </a:r>
          </a:p>
          <a:p>
            <a:pPr>
              <a:lnSpc>
                <a:spcPct val="110000"/>
              </a:lnSpc>
            </a:pPr>
            <a:r>
              <a:rPr lang="en-US" altLang="en-US" sz="2800" b="1" dirty="0">
                <a:solidFill>
                  <a:schemeClr val="accent2">
                    <a:lumMod val="50000"/>
                  </a:schemeClr>
                </a:solidFill>
              </a:rPr>
              <a:t>Para virtualization</a:t>
            </a:r>
            <a:r>
              <a:rPr lang="en-US" altLang="en-US" sz="2000" b="1" dirty="0">
                <a:solidFill>
                  <a:schemeClr val="accent2">
                    <a:lumMod val="50000"/>
                  </a:schemeClr>
                </a:solidFill>
              </a:rPr>
              <a:t> </a:t>
            </a:r>
            <a:r>
              <a:rPr lang="en-US" altLang="en-US" sz="2000" dirty="0"/>
              <a:t>reduces the overhead, but the cost of maintaining </a:t>
            </a:r>
            <a:r>
              <a:rPr lang="en-US" altLang="en-US" sz="2000" dirty="0" err="1"/>
              <a:t>paravirtualized</a:t>
            </a:r>
            <a:r>
              <a:rPr lang="en-US" altLang="en-US" sz="2000" dirty="0"/>
              <a:t> OS is high. The improvement depends on the workload. VMware Workstation applies full virtualization, which uses binary translation to automatically modify x86 software on-the-fly to replace critical instructions. The para virtualization is supported by Xen, Denali and VMware ESX.</a:t>
            </a:r>
          </a:p>
        </p:txBody>
      </p:sp>
      <p:sp>
        <p:nvSpPr>
          <p:cNvPr id="4" name="TextBox 3">
            <a:extLst>
              <a:ext uri="{FF2B5EF4-FFF2-40B4-BE49-F238E27FC236}">
                <a16:creationId xmlns:a16="http://schemas.microsoft.com/office/drawing/2014/main" id="{1F202421-2C30-1152-A85E-37F7ECB0F69B}"/>
              </a:ext>
            </a:extLst>
          </p:cNvPr>
          <p:cNvSpPr txBox="1"/>
          <p:nvPr/>
        </p:nvSpPr>
        <p:spPr>
          <a:xfrm>
            <a:off x="2712850" y="486696"/>
            <a:ext cx="7964982" cy="523220"/>
          </a:xfrm>
          <a:prstGeom prst="rect">
            <a:avLst/>
          </a:prstGeom>
          <a:noFill/>
        </p:spPr>
        <p:txBody>
          <a:bodyPr wrap="square">
            <a:spAutoFit/>
          </a:bodyPr>
          <a:lstStyle/>
          <a:p>
            <a:pPr>
              <a:spcBef>
                <a:spcPct val="50000"/>
              </a:spcBef>
            </a:pPr>
            <a:r>
              <a:rPr lang="en-US" altLang="en-US" sz="2800" dirty="0">
                <a:solidFill>
                  <a:schemeClr val="tx1">
                    <a:lumMod val="95000"/>
                    <a:lumOff val="5000"/>
                  </a:schemeClr>
                </a:solidFill>
              </a:rPr>
              <a:t>Full Virtualization vs. Para-Virtualization</a:t>
            </a:r>
          </a:p>
        </p:txBody>
      </p:sp>
    </p:spTree>
    <p:extLst>
      <p:ext uri="{BB962C8B-B14F-4D97-AF65-F5344CB8AC3E}">
        <p14:creationId xmlns:p14="http://schemas.microsoft.com/office/powerpoint/2010/main" val="24617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29E5A8D2-3D28-E3B9-3B05-B5624744EC87}"/>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99085F40-6735-DBD6-8E99-7319836B8E10}"/>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9B527C29-E7E1-1507-317B-E2B4EBFD3469}"/>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65FB8801-39C2-D860-EFC6-41C9F1918681}"/>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13169441-03D8-E3D7-9900-96EED6CF2940}"/>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1FF3A624-1B01-3BEF-E4A3-3CEEB3D19C98}"/>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7A861D9A-E67E-C316-A8C3-B9BA5A77A1F2}"/>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6A81541B-AD9E-7706-C901-7C0CD3D55024}"/>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8EB96D03-3E96-AD24-7A34-7F1B80C998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367"/>
          <a:stretch>
            <a:fillRect/>
          </a:stretch>
        </p:blipFill>
        <p:spPr bwMode="auto">
          <a:xfrm>
            <a:off x="2602419" y="1119036"/>
            <a:ext cx="8596996" cy="5429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4">
            <a:extLst>
              <a:ext uri="{FF2B5EF4-FFF2-40B4-BE49-F238E27FC236}">
                <a16:creationId xmlns:a16="http://schemas.microsoft.com/office/drawing/2014/main" id="{863467D4-FDE8-808F-A8E1-C81B916513D3}"/>
              </a:ext>
            </a:extLst>
          </p:cNvPr>
          <p:cNvSpPr txBox="1">
            <a:spLocks noChangeArrowheads="1"/>
          </p:cNvSpPr>
          <p:nvPr/>
        </p:nvSpPr>
        <p:spPr bwMode="auto">
          <a:xfrm>
            <a:off x="2445462" y="147484"/>
            <a:ext cx="5339637" cy="824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4800" dirty="0">
                <a:solidFill>
                  <a:schemeClr val="accent2">
                    <a:lumMod val="50000"/>
                  </a:schemeClr>
                </a:solidFill>
                <a:effectLst>
                  <a:outerShdw blurRad="38100" dist="38100" dir="2700000" algn="tl">
                    <a:srgbClr val="000000"/>
                  </a:outerShdw>
                </a:effectLst>
              </a:rPr>
              <a:t>Full Virtualization </a:t>
            </a:r>
          </a:p>
        </p:txBody>
      </p:sp>
    </p:spTree>
    <p:extLst>
      <p:ext uri="{BB962C8B-B14F-4D97-AF65-F5344CB8AC3E}">
        <p14:creationId xmlns:p14="http://schemas.microsoft.com/office/powerpoint/2010/main" val="3212921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F1F7AE7F-14A6-5478-60A4-93323781D7A4}"/>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FBF4670F-1C41-821E-4366-E14A84306E38}"/>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67F9C11C-B2C4-60F8-B721-8210B50480F5}"/>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52FE29EF-7BAE-1CA1-0950-9E2886166D1C}"/>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C0BF4F32-058E-A193-4ED5-280B16F020C8}"/>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CA435A2A-D809-87C2-1128-A56073808FC5}"/>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5A56D1F6-8BE0-23FA-D043-66B988596DE5}"/>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5F4E55D8-3FDF-68BC-B0E1-25BBEEC0F9D7}"/>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A99B99E4-AE49-5532-BD96-B95A9E4978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3688" y="1666240"/>
            <a:ext cx="8782067" cy="4867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a:extLst>
              <a:ext uri="{FF2B5EF4-FFF2-40B4-BE49-F238E27FC236}">
                <a16:creationId xmlns:a16="http://schemas.microsoft.com/office/drawing/2014/main" id="{6288BFE6-EEDE-EB12-E344-FA6FCD7523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6545" y="118745"/>
            <a:ext cx="8869362" cy="135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4767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7FB732D-6853-15D9-7C7F-608E62AE1699}"/>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7747F4D7-946C-DB4B-848A-5541C127DE22}"/>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AA24FCF5-C269-7606-5C7D-54F1B5BB90EA}"/>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0A5BFF0B-1A04-DB9E-7571-2BC9AD51409D}"/>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8537415E-1556-92DF-11A2-722F489DE8DA}"/>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F32F6247-C615-F39A-C684-6652B489C313}"/>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617B62E0-3463-C370-720B-059AF9BB7AD5}"/>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986AB89A-5ED5-C585-89E5-B32D0804F15B}"/>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1E1142F7-C8C3-ABE4-B56D-FC0B602220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222" t="2605" r="2917" b="3629"/>
          <a:stretch>
            <a:fillRect/>
          </a:stretch>
        </p:blipFill>
        <p:spPr bwMode="auto">
          <a:xfrm>
            <a:off x="2523357" y="1039212"/>
            <a:ext cx="8862398" cy="559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4">
            <a:extLst>
              <a:ext uri="{FF2B5EF4-FFF2-40B4-BE49-F238E27FC236}">
                <a16:creationId xmlns:a16="http://schemas.microsoft.com/office/drawing/2014/main" id="{D0743CF3-DE5F-05DF-2BB6-424147C0E0F4}"/>
              </a:ext>
            </a:extLst>
          </p:cNvPr>
          <p:cNvSpPr txBox="1">
            <a:spLocks noChangeArrowheads="1"/>
          </p:cNvSpPr>
          <p:nvPr/>
        </p:nvSpPr>
        <p:spPr bwMode="auto">
          <a:xfrm>
            <a:off x="2831690" y="221226"/>
            <a:ext cx="475497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800" dirty="0">
                <a:solidFill>
                  <a:schemeClr val="accent2">
                    <a:lumMod val="50000"/>
                  </a:schemeClr>
                </a:solidFill>
                <a:effectLst>
                  <a:outerShdw blurRad="38100" dist="38100" dir="2700000" algn="tl">
                    <a:srgbClr val="000000"/>
                  </a:outerShdw>
                </a:effectLst>
              </a:rPr>
              <a:t>Feather- Weight VM (FVM)</a:t>
            </a:r>
          </a:p>
        </p:txBody>
      </p:sp>
    </p:spTree>
    <p:extLst>
      <p:ext uri="{BB962C8B-B14F-4D97-AF65-F5344CB8AC3E}">
        <p14:creationId xmlns:p14="http://schemas.microsoft.com/office/powerpoint/2010/main" val="1770945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C539CB56-F5E3-ABF8-DF53-FB4E6EB1E264}"/>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7AC161B1-0DC8-66FC-3088-35E77146A9DD}"/>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1B6E27E2-E70E-0EB0-8F57-26BF29187B7C}"/>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C25BCD65-452A-9290-379D-6405A71560C0}"/>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1BB825DD-DF0A-15AE-BD8D-4787E85AEB61}"/>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EAFA7424-516F-D0EB-CEBE-6449AF7B6CEB}"/>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5C4EB06B-8106-D9F5-F4C6-62F6AFC2BC65}"/>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EC5B0E56-3E0D-FA3B-0F07-EF2E84CC543D}"/>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91902F3B-3985-0EBA-6ECE-D211A30DB7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7271"/>
          <a:stretch>
            <a:fillRect/>
          </a:stretch>
        </p:blipFill>
        <p:spPr bwMode="auto">
          <a:xfrm>
            <a:off x="2460068" y="1135626"/>
            <a:ext cx="8910637" cy="523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4">
            <a:extLst>
              <a:ext uri="{FF2B5EF4-FFF2-40B4-BE49-F238E27FC236}">
                <a16:creationId xmlns:a16="http://schemas.microsoft.com/office/drawing/2014/main" id="{E3FBAF09-5280-BD31-AFBA-9BFA0931A981}"/>
              </a:ext>
            </a:extLst>
          </p:cNvPr>
          <p:cNvSpPr txBox="1">
            <a:spLocks noChangeArrowheads="1"/>
          </p:cNvSpPr>
          <p:nvPr/>
        </p:nvSpPr>
        <p:spPr bwMode="auto">
          <a:xfrm>
            <a:off x="2570665" y="605481"/>
            <a:ext cx="6573335" cy="52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800" dirty="0">
                <a:solidFill>
                  <a:schemeClr val="accent2">
                    <a:lumMod val="50000"/>
                  </a:schemeClr>
                </a:solidFill>
                <a:effectLst>
                  <a:outerShdw blurRad="38100" dist="38100" dir="2700000" algn="tl">
                    <a:srgbClr val="000000"/>
                  </a:outerShdw>
                </a:effectLst>
              </a:rPr>
              <a:t>Major VMM and Hypervisor Providers </a:t>
            </a:r>
            <a:endParaRPr lang="en-US" altLang="en-US" sz="2400" dirty="0">
              <a:solidFill>
                <a:schemeClr val="accent2">
                  <a:lumMod val="50000"/>
                </a:schemeClr>
              </a:solidFill>
              <a:effectLst>
                <a:outerShdw blurRad="38100" dist="38100" dir="2700000" algn="tl">
                  <a:srgbClr val="000000"/>
                </a:outerShdw>
              </a:effectLst>
            </a:endParaRPr>
          </a:p>
        </p:txBody>
      </p:sp>
    </p:spTree>
    <p:extLst>
      <p:ext uri="{BB962C8B-B14F-4D97-AF65-F5344CB8AC3E}">
        <p14:creationId xmlns:p14="http://schemas.microsoft.com/office/powerpoint/2010/main" val="424152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354E069-F0FB-3441-46B9-9CA593632ECF}"/>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41DE7C05-416A-F368-FE0E-B7243CB3C131}"/>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25E03646-3E4E-F0DC-0DD9-775571E1AF87}"/>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0D8AA953-7BA9-97F5-4D35-68FC26223983}"/>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F7BCEBB6-F335-5F38-A1DA-B73DB36C0A8F}"/>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E3C259D3-BEB1-F03D-CEB5-4BDAD55054D5}"/>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0E99ECA7-AAE4-1154-355E-1469A981222A}"/>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B9815947-5456-80AC-E4B0-A27BFF56747B}"/>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4">
            <a:extLst>
              <a:ext uri="{FF2B5EF4-FFF2-40B4-BE49-F238E27FC236}">
                <a16:creationId xmlns:a16="http://schemas.microsoft.com/office/drawing/2014/main" id="{AE94FCC4-249A-4E90-17C8-395606FA8D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8984" y="1156447"/>
            <a:ext cx="8883310" cy="5217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3">
            <a:extLst>
              <a:ext uri="{FF2B5EF4-FFF2-40B4-BE49-F238E27FC236}">
                <a16:creationId xmlns:a16="http://schemas.microsoft.com/office/drawing/2014/main" id="{51B58ABC-0ACB-0FB1-9F02-963871E37626}"/>
              </a:ext>
            </a:extLst>
          </p:cNvPr>
          <p:cNvSpPr txBox="1">
            <a:spLocks noChangeArrowheads="1"/>
          </p:cNvSpPr>
          <p:nvPr/>
        </p:nvSpPr>
        <p:spPr bwMode="auto">
          <a:xfrm>
            <a:off x="2559076" y="484095"/>
            <a:ext cx="63642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zh-CN" sz="2400" b="1" dirty="0">
                <a:solidFill>
                  <a:schemeClr val="accent2">
                    <a:lumMod val="50000"/>
                  </a:schemeClr>
                </a:solidFill>
                <a:effectLst>
                  <a:outerShdw blurRad="38100" dist="38100" dir="2700000" algn="tl">
                    <a:srgbClr val="000000"/>
                  </a:outerShdw>
                </a:effectLst>
                <a:ea typeface="宋体" panose="02010600030101010101" pitchFamily="2" charset="-122"/>
              </a:rPr>
              <a:t>The</a:t>
            </a:r>
            <a:r>
              <a:rPr lang="en-US" altLang="zh-CN" sz="2400" b="1" dirty="0">
                <a:solidFill>
                  <a:srgbClr val="FFFF00"/>
                </a:solidFill>
                <a:effectLst>
                  <a:outerShdw blurRad="38100" dist="38100" dir="2700000" algn="tl">
                    <a:srgbClr val="000000"/>
                  </a:outerShdw>
                </a:effectLst>
                <a:ea typeface="宋体" panose="02010600030101010101" pitchFamily="2" charset="-122"/>
              </a:rPr>
              <a:t> </a:t>
            </a:r>
            <a:r>
              <a:rPr lang="en-US" altLang="zh-CN" sz="2400" b="1" dirty="0" err="1">
                <a:solidFill>
                  <a:schemeClr val="accent2">
                    <a:lumMod val="50000"/>
                  </a:schemeClr>
                </a:solidFill>
                <a:effectLst>
                  <a:outerShdw blurRad="38100" dist="38100" dir="2700000" algn="tl">
                    <a:srgbClr val="000000"/>
                  </a:outerShdw>
                </a:effectLst>
                <a:ea typeface="宋体" panose="02010600030101010101" pitchFamily="2" charset="-122"/>
              </a:rPr>
              <a:t>vCUBE</a:t>
            </a:r>
            <a:r>
              <a:rPr lang="en-US" altLang="zh-CN" sz="2400" b="1" dirty="0">
                <a:solidFill>
                  <a:schemeClr val="accent2">
                    <a:lumMod val="50000"/>
                  </a:schemeClr>
                </a:solidFill>
                <a:effectLst>
                  <a:outerShdw blurRad="38100" dist="38100" dir="2700000" algn="tl">
                    <a:srgbClr val="000000"/>
                  </a:outerShdw>
                </a:effectLst>
                <a:ea typeface="宋体" panose="02010600030101010101" pitchFamily="2" charset="-122"/>
              </a:rPr>
              <a:t> for Virtualization of GPGPU</a:t>
            </a:r>
            <a:endParaRPr lang="en-US" altLang="en-US" sz="2400" b="1" dirty="0">
              <a:solidFill>
                <a:schemeClr val="accent2">
                  <a:lumMod val="50000"/>
                </a:schemeClr>
              </a:solidFill>
              <a:effectLst>
                <a:outerShdw blurRad="38100" dist="38100" dir="2700000" algn="tl">
                  <a:srgbClr val="000000"/>
                </a:outerShdw>
              </a:effectLst>
            </a:endParaRPr>
          </a:p>
        </p:txBody>
      </p:sp>
    </p:spTree>
    <p:extLst>
      <p:ext uri="{BB962C8B-B14F-4D97-AF65-F5344CB8AC3E}">
        <p14:creationId xmlns:p14="http://schemas.microsoft.com/office/powerpoint/2010/main" val="13276707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119779BA-6F89-FDA2-9F25-5A83002A69A2}"/>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CF808067-FC0C-0E74-4222-ED3D7EB5BC90}"/>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D71F3B2C-404B-1217-CAD9-FD1D3C2FDC80}"/>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D891E446-74F1-B6FF-E9D7-863B87D2A8E8}"/>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7AF96CBF-BCD4-5E83-6BA4-BC3B75EEC010}"/>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E7C77F8F-15B4-84BF-5D50-3FB8E76517AF}"/>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4101358F-45F8-A063-F7E8-4A1F2FDC27C2}"/>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60D62B01-F8B3-FED5-9C3C-9122007FBE95}"/>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2">
            <a:extLst>
              <a:ext uri="{FF2B5EF4-FFF2-40B4-BE49-F238E27FC236}">
                <a16:creationId xmlns:a16="http://schemas.microsoft.com/office/drawing/2014/main" id="{E73A48EE-1F29-E820-DF50-C699837F62E4}"/>
              </a:ext>
            </a:extLst>
          </p:cNvPr>
          <p:cNvSpPr txBox="1">
            <a:spLocks noChangeArrowheads="1"/>
          </p:cNvSpPr>
          <p:nvPr/>
        </p:nvSpPr>
        <p:spPr bwMode="auto">
          <a:xfrm>
            <a:off x="2523070" y="295836"/>
            <a:ext cx="8676344" cy="5623014"/>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en-US" sz="4000" b="1" i="1" dirty="0">
                <a:solidFill>
                  <a:schemeClr val="accent2">
                    <a:lumMod val="50000"/>
                  </a:schemeClr>
                </a:solidFill>
              </a:rPr>
              <a:t>Hypervisor</a:t>
            </a:r>
            <a:endParaRPr lang="en-US" altLang="en-US" sz="4000" b="1" dirty="0">
              <a:solidFill>
                <a:schemeClr val="accent2">
                  <a:lumMod val="50000"/>
                </a:schemeClr>
              </a:solidFill>
            </a:endParaRPr>
          </a:p>
          <a:p>
            <a:pPr>
              <a:lnSpc>
                <a:spcPct val="120000"/>
              </a:lnSpc>
            </a:pPr>
            <a:r>
              <a:rPr lang="en-US" altLang="en-US" sz="2000" dirty="0"/>
              <a:t>        A hypervisor is a hardware virtualization technique allowing multiple operating systems, called guests to run on a host machine. This is also called the Virtual Machine Monitor (VMM).</a:t>
            </a:r>
          </a:p>
          <a:p>
            <a:pPr>
              <a:lnSpc>
                <a:spcPct val="120000"/>
              </a:lnSpc>
            </a:pPr>
            <a:r>
              <a:rPr lang="en-US" altLang="en-US" sz="2400" b="1" dirty="0">
                <a:solidFill>
                  <a:schemeClr val="accent2">
                    <a:lumMod val="50000"/>
                  </a:schemeClr>
                </a:solidFill>
              </a:rPr>
              <a:t>Type 1 hypervisor or the bare metal hypervisor</a:t>
            </a:r>
            <a:r>
              <a:rPr lang="en-US" altLang="en-US" sz="2000" b="1" dirty="0">
                <a:solidFill>
                  <a:schemeClr val="accent2">
                    <a:lumMod val="50000"/>
                  </a:schemeClr>
                </a:solidFill>
              </a:rPr>
              <a:t> </a:t>
            </a:r>
            <a:r>
              <a:rPr lang="en-US" altLang="en-US" sz="2000" dirty="0"/>
              <a:t>sits on the bare metal computer hardware like the CPU, memory, etc. All the guest operating systems are a layer above the hypervisor. So the hypervisor is the first layer over the hardware. The original CP/CMS hypervisor developed by IBM was of this kind. Examples are Microsoft Hyper-V.</a:t>
            </a:r>
          </a:p>
          <a:p>
            <a:pPr>
              <a:lnSpc>
                <a:spcPct val="120000"/>
              </a:lnSpc>
            </a:pPr>
            <a:r>
              <a:rPr lang="en-US" altLang="en-US" sz="2400" b="1" dirty="0">
                <a:solidFill>
                  <a:schemeClr val="accent2">
                    <a:lumMod val="50000"/>
                  </a:schemeClr>
                </a:solidFill>
              </a:rPr>
              <a:t>Type 2 or the hosted hypervisor</a:t>
            </a:r>
            <a:r>
              <a:rPr lang="en-US" altLang="en-US" sz="2000" b="1" dirty="0">
                <a:solidFill>
                  <a:schemeClr val="accent2">
                    <a:lumMod val="50000"/>
                  </a:schemeClr>
                </a:solidFill>
              </a:rPr>
              <a:t> </a:t>
            </a:r>
            <a:r>
              <a:rPr lang="en-US" altLang="en-US" sz="2000" dirty="0"/>
              <a:t>do not run over the bare metal hardware but they run over a host operating system. The hypervisor is the second layer over the hardware. The guest operating systems run a layer over the hypervisor and so they form the third layer. Examples are FreeBSD. </a:t>
            </a:r>
            <a:r>
              <a:rPr lang="en-US" altLang="zh-CN" sz="2000" dirty="0"/>
              <a:t>The operating system is usually unaware of the virtualization </a:t>
            </a:r>
            <a:endParaRPr lang="en-US" altLang="en-US" sz="2000" dirty="0"/>
          </a:p>
        </p:txBody>
      </p:sp>
    </p:spTree>
    <p:extLst>
      <p:ext uri="{BB962C8B-B14F-4D97-AF65-F5344CB8AC3E}">
        <p14:creationId xmlns:p14="http://schemas.microsoft.com/office/powerpoint/2010/main" val="4260113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4350EC1-827B-6EB2-78A2-A855D8E3C090}"/>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424271AC-E5A9-4DA6-1A04-B2D1CC7D7DC8}"/>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D60CE5B9-214C-A098-955E-950D27E13B9F}"/>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3BA650ED-F804-A7F6-777E-AC9937A4FC3A}"/>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B3689F98-8D45-E128-4B33-079563763F43}"/>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972F695B-2A64-DFDB-ACFA-48E2CFC4DBC5}"/>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7DB1B280-CDBF-EFA9-66F2-6E5745D9E4F8}"/>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3BEDA3BF-6164-478D-626D-F7BB2D5F002C}"/>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64AC26CD-EDB9-6410-05E5-4ADF6769DC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7185" y="1147762"/>
            <a:ext cx="7747000" cy="356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5">
            <a:extLst>
              <a:ext uri="{FF2B5EF4-FFF2-40B4-BE49-F238E27FC236}">
                <a16:creationId xmlns:a16="http://schemas.microsoft.com/office/drawing/2014/main" id="{93BF1936-DBE0-9F8C-BB9D-02F8662850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2340" b="36865"/>
          <a:stretch>
            <a:fillRect/>
          </a:stretch>
        </p:blipFill>
        <p:spPr bwMode="auto">
          <a:xfrm>
            <a:off x="2577332" y="4836553"/>
            <a:ext cx="8918575"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a:extLst>
              <a:ext uri="{FF2B5EF4-FFF2-40B4-BE49-F238E27FC236}">
                <a16:creationId xmlns:a16="http://schemas.microsoft.com/office/drawing/2014/main" id="{0A4926BB-539B-3A9C-2EC7-AD984DAD262D}"/>
              </a:ext>
            </a:extLst>
          </p:cNvPr>
          <p:cNvSpPr txBox="1"/>
          <p:nvPr/>
        </p:nvSpPr>
        <p:spPr>
          <a:xfrm>
            <a:off x="3097184" y="336176"/>
            <a:ext cx="6043453" cy="523220"/>
          </a:xfrm>
          <a:prstGeom prst="rect">
            <a:avLst/>
          </a:prstGeom>
          <a:noFill/>
        </p:spPr>
        <p:txBody>
          <a:bodyPr wrap="square">
            <a:spAutoFit/>
          </a:bodyPr>
          <a:lstStyle/>
          <a:p>
            <a:pPr>
              <a:spcBef>
                <a:spcPct val="50000"/>
              </a:spcBef>
            </a:pPr>
            <a:r>
              <a:rPr lang="en-US" altLang="en-US" sz="2800" dirty="0">
                <a:solidFill>
                  <a:schemeClr val="accent2">
                    <a:lumMod val="50000"/>
                  </a:schemeClr>
                </a:solidFill>
                <a:effectLst>
                  <a:outerShdw blurRad="38100" dist="38100" dir="2700000" algn="tl">
                    <a:srgbClr val="000000"/>
                  </a:outerShdw>
                </a:effectLst>
              </a:rPr>
              <a:t>Hypervisor and the XEN Architecture</a:t>
            </a:r>
          </a:p>
        </p:txBody>
      </p:sp>
    </p:spTree>
    <p:extLst>
      <p:ext uri="{BB962C8B-B14F-4D97-AF65-F5344CB8AC3E}">
        <p14:creationId xmlns:p14="http://schemas.microsoft.com/office/powerpoint/2010/main" val="1445112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1305D1D5-9A70-E5A2-1148-8EA2D8C261B1}"/>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ECD8EC6F-216A-ACA4-546B-2297BDF6E781}"/>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D51C3CDB-9144-1AE8-4C63-922825154FD3}"/>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A1DE7CD1-3357-D8E6-1BB9-93E61572FD45}"/>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08DED31F-33DF-D7D0-7472-B0F4B8DD1C22}"/>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9430B31A-D32C-A3DA-F9E4-75D10123E1E9}"/>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78CF61AF-D122-36CC-1FD7-A160510F7611}"/>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575A6FC2-199F-A951-1659-87785FAF1812}"/>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2">
            <a:extLst>
              <a:ext uri="{FF2B5EF4-FFF2-40B4-BE49-F238E27FC236}">
                <a16:creationId xmlns:a16="http://schemas.microsoft.com/office/drawing/2014/main" id="{18E7AAC9-53F3-13F5-FC73-9FCC7B08AEB5}"/>
              </a:ext>
            </a:extLst>
          </p:cNvPr>
          <p:cNvSpPr txBox="1">
            <a:spLocks noChangeArrowheads="1"/>
          </p:cNvSpPr>
          <p:nvPr/>
        </p:nvSpPr>
        <p:spPr bwMode="auto">
          <a:xfrm>
            <a:off x="2581834" y="363071"/>
            <a:ext cx="710004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4400" dirty="0">
                <a:solidFill>
                  <a:schemeClr val="accent2">
                    <a:lumMod val="50000"/>
                  </a:schemeClr>
                </a:solidFill>
                <a:effectLst>
                  <a:outerShdw blurRad="38100" dist="38100" dir="2700000" algn="tl">
                    <a:srgbClr val="000000"/>
                  </a:outerShdw>
                </a:effectLst>
              </a:rPr>
              <a:t>The XEN Architecture (1)</a:t>
            </a:r>
          </a:p>
        </p:txBody>
      </p:sp>
      <p:pic>
        <p:nvPicPr>
          <p:cNvPr id="3" name="Picture 3">
            <a:extLst>
              <a:ext uri="{FF2B5EF4-FFF2-40B4-BE49-F238E27FC236}">
                <a16:creationId xmlns:a16="http://schemas.microsoft.com/office/drawing/2014/main" id="{500FC573-12FB-5E6C-5D6E-741B9CEBC5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0122" y="1523204"/>
            <a:ext cx="9001125" cy="4877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72587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0A973B7D-2AAD-464D-47A4-5F7301D1FE45}"/>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0839917C-DD65-0732-34F2-C479C4BB72D1}"/>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C62CD588-528D-F3AC-8247-6E127CA2FB96}"/>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82B7B45B-A50E-85C2-1A2F-6F5CD731FE9E}"/>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543E05A3-FABC-7119-2859-E089C4B41542}"/>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20AE44D4-0245-1C30-3921-9A7670769F5B}"/>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90271869-0AB0-DD7D-980B-0F1D1D0619D3}"/>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CBF351AB-16B9-B08D-813E-0F56CF1B93CC}"/>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2">
            <a:extLst>
              <a:ext uri="{FF2B5EF4-FFF2-40B4-BE49-F238E27FC236}">
                <a16:creationId xmlns:a16="http://schemas.microsoft.com/office/drawing/2014/main" id="{951A3EB9-2FE8-8BC1-FF80-BB65F2F2CF5A}"/>
              </a:ext>
            </a:extLst>
          </p:cNvPr>
          <p:cNvSpPr txBox="1">
            <a:spLocks noChangeArrowheads="1"/>
          </p:cNvSpPr>
          <p:nvPr/>
        </p:nvSpPr>
        <p:spPr bwMode="auto">
          <a:xfrm>
            <a:off x="2581835" y="363071"/>
            <a:ext cx="660250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4400" dirty="0">
                <a:solidFill>
                  <a:schemeClr val="accent2">
                    <a:lumMod val="50000"/>
                  </a:schemeClr>
                </a:solidFill>
                <a:effectLst>
                  <a:outerShdw blurRad="38100" dist="38100" dir="2700000" algn="tl">
                    <a:srgbClr val="000000"/>
                  </a:outerShdw>
                </a:effectLst>
              </a:rPr>
              <a:t>The XEN Architecture (2)</a:t>
            </a:r>
          </a:p>
        </p:txBody>
      </p:sp>
      <p:pic>
        <p:nvPicPr>
          <p:cNvPr id="3" name="Picture 4">
            <a:extLst>
              <a:ext uri="{FF2B5EF4-FFF2-40B4-BE49-F238E27FC236}">
                <a16:creationId xmlns:a16="http://schemas.microsoft.com/office/drawing/2014/main" id="{DBE81AC2-BABE-330A-C958-E2A552F587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456" t="7455" b="46194"/>
          <a:stretch>
            <a:fillRect/>
          </a:stretch>
        </p:blipFill>
        <p:spPr bwMode="auto">
          <a:xfrm>
            <a:off x="2460068" y="1852239"/>
            <a:ext cx="8777287" cy="3822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0506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D304DB78-A84C-BA6C-8D91-FC7B424D3FDA}"/>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F8B2EB07-F598-A721-2A2D-A3EC16804E0C}"/>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F4571AEE-273A-9027-28AF-2A5B2D124096}"/>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525ACF1C-B5DD-39C9-E790-921F59FFB1A5}"/>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41F846FD-B9FD-9F0D-26E1-66C2075AF6E1}"/>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51764F4A-A59A-384D-8851-A043587E9827}"/>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84F636BB-DA16-93AB-2998-16A1FCD3506F}"/>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57F2761D-107F-0242-F521-DCABDFE059B4}"/>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8B395221-A1F5-9666-C2CF-171777B42263}"/>
              </a:ext>
            </a:extLst>
          </p:cNvPr>
          <p:cNvSpPr txBox="1"/>
          <p:nvPr/>
        </p:nvSpPr>
        <p:spPr>
          <a:xfrm>
            <a:off x="2895730" y="416860"/>
            <a:ext cx="6244908" cy="461665"/>
          </a:xfrm>
          <a:prstGeom prst="rect">
            <a:avLst/>
          </a:prstGeom>
          <a:noFill/>
        </p:spPr>
        <p:txBody>
          <a:bodyPr wrap="square">
            <a:spAutoFit/>
          </a:bodyPr>
          <a:lstStyle/>
          <a:p>
            <a:pPr>
              <a:spcBef>
                <a:spcPct val="50000"/>
              </a:spcBef>
            </a:pPr>
            <a:r>
              <a:rPr lang="en-US" altLang="en-US" sz="2400" dirty="0">
                <a:solidFill>
                  <a:schemeClr val="accent2">
                    <a:lumMod val="50000"/>
                  </a:schemeClr>
                </a:solidFill>
                <a:effectLst>
                  <a:outerShdw blurRad="38100" dist="38100" dir="2700000" algn="tl">
                    <a:srgbClr val="000000"/>
                  </a:outerShdw>
                </a:effectLst>
              </a:rPr>
              <a:t>The XEN Architecture (3)</a:t>
            </a:r>
          </a:p>
        </p:txBody>
      </p:sp>
      <p:pic>
        <p:nvPicPr>
          <p:cNvPr id="4" name="Picture 4">
            <a:extLst>
              <a:ext uri="{FF2B5EF4-FFF2-40B4-BE49-F238E27FC236}">
                <a16:creationId xmlns:a16="http://schemas.microsoft.com/office/drawing/2014/main" id="{E37649EB-3FC6-E641-87DC-C839D04CEF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456" t="53806" b="592"/>
          <a:stretch>
            <a:fillRect/>
          </a:stretch>
        </p:blipFill>
        <p:spPr bwMode="auto">
          <a:xfrm>
            <a:off x="2482822" y="1263050"/>
            <a:ext cx="8975725" cy="247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5">
            <a:extLst>
              <a:ext uri="{FF2B5EF4-FFF2-40B4-BE49-F238E27FC236}">
                <a16:creationId xmlns:a16="http://schemas.microsoft.com/office/drawing/2014/main" id="{8131E9FC-326F-674A-5028-AC06CB707A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3166" b="-4604"/>
          <a:stretch>
            <a:fillRect/>
          </a:stretch>
        </p:blipFill>
        <p:spPr bwMode="auto">
          <a:xfrm>
            <a:off x="2445463" y="3963292"/>
            <a:ext cx="8975725" cy="2389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302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C0B1DD0-9519-1FEC-117E-5F639652494D}"/>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488CF583-96C0-9D61-2BB6-29E554045D6F}"/>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623892C0-2017-C3B7-FFAA-578E9B6FD403}"/>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73834B9F-498D-B315-E88A-5596577F5149}"/>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940A39A6-F85E-DB93-9BD0-80B4E9DBA9BF}"/>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AD8FF817-AAF9-1E36-BBB2-BD958D309C8E}"/>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253783A3-74A3-E10C-8303-B240DCBE5A45}"/>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1D7B40F3-7DD2-3DAB-2C96-BB6B163F6BB7}"/>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3">
            <a:extLst>
              <a:ext uri="{FF2B5EF4-FFF2-40B4-BE49-F238E27FC236}">
                <a16:creationId xmlns:a16="http://schemas.microsoft.com/office/drawing/2014/main" id="{AAAF69D8-23D2-0C17-AEBB-674BC16FB9B9}"/>
              </a:ext>
            </a:extLst>
          </p:cNvPr>
          <p:cNvSpPr txBox="1">
            <a:spLocks noChangeArrowheads="1"/>
          </p:cNvSpPr>
          <p:nvPr/>
        </p:nvSpPr>
        <p:spPr bwMode="auto">
          <a:xfrm>
            <a:off x="2698245" y="632011"/>
            <a:ext cx="7521520" cy="5663089"/>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en-US" sz="2800" b="1" i="1" dirty="0">
                <a:solidFill>
                  <a:schemeClr val="accent2">
                    <a:lumMod val="50000"/>
                  </a:schemeClr>
                </a:solidFill>
              </a:rPr>
              <a:t>Para-Virtualization</a:t>
            </a:r>
          </a:p>
          <a:p>
            <a:endParaRPr lang="en-US" altLang="en-US" dirty="0">
              <a:solidFill>
                <a:srgbClr val="FFFF00"/>
              </a:solidFill>
            </a:endParaRPr>
          </a:p>
          <a:p>
            <a:r>
              <a:rPr lang="en-US" altLang="en-US" sz="2000" dirty="0"/>
              <a:t>      In para-virtualization,  the guest operating system has to be modified. Para-virtualization provides specially defined ‘hooks’ to do some tasks in the host and guest operating systems, which would otherwise have been done in a virtual environment, which is slower.</a:t>
            </a:r>
          </a:p>
          <a:p>
            <a:r>
              <a:rPr lang="en-US" altLang="en-US" sz="2000" dirty="0"/>
              <a:t>The VMM in a para-virtualized platform is simpler because the critical tasks are now performed in the operating system rater than by the VMM. Since the virtualization overhead  decreases the performance  increases. </a:t>
            </a:r>
          </a:p>
          <a:p>
            <a:endParaRPr lang="en-US" altLang="en-US" sz="2000" dirty="0"/>
          </a:p>
          <a:p>
            <a:r>
              <a:rPr lang="en-US" altLang="en-US" sz="2000" dirty="0"/>
              <a:t>Some of the disadvantages are the compatibility and the portability is reduces because of the modified operating system. Also the cost of maintenance is high because of the deep OS modifications.</a:t>
            </a:r>
          </a:p>
          <a:p>
            <a:r>
              <a:rPr lang="en-US" altLang="en-US" sz="2000" dirty="0"/>
              <a:t>Some examples of Para-virtualization are </a:t>
            </a:r>
            <a:r>
              <a:rPr lang="en-US" altLang="en-US" sz="2000" b="1" dirty="0">
                <a:solidFill>
                  <a:schemeClr val="accent2">
                    <a:lumMod val="50000"/>
                  </a:schemeClr>
                </a:solidFill>
              </a:rPr>
              <a:t>KVM and the </a:t>
            </a:r>
            <a:r>
              <a:rPr lang="en-US" altLang="en-US" sz="2000" b="1" dirty="0" err="1">
                <a:solidFill>
                  <a:schemeClr val="accent2">
                    <a:lumMod val="50000"/>
                  </a:schemeClr>
                </a:solidFill>
              </a:rPr>
              <a:t>XenWindowsGplPv</a:t>
            </a:r>
            <a:r>
              <a:rPr lang="en-US" altLang="en-US" sz="2000" b="1" dirty="0">
                <a:solidFill>
                  <a:schemeClr val="accent2">
                    <a:lumMod val="50000"/>
                  </a:schemeClr>
                </a:solidFill>
              </a:rPr>
              <a:t> project.</a:t>
            </a:r>
          </a:p>
        </p:txBody>
      </p:sp>
    </p:spTree>
    <p:extLst>
      <p:ext uri="{BB962C8B-B14F-4D97-AF65-F5344CB8AC3E}">
        <p14:creationId xmlns:p14="http://schemas.microsoft.com/office/powerpoint/2010/main" val="36418193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16A68F69-0DC4-E573-0932-AD5152757A6A}"/>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C054F21E-A041-CEBA-9C59-9E0D867280F1}"/>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3B64FA4D-71CB-E781-6771-1E33FE7B24F9}"/>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7E52BAB8-ECCE-386C-0BB5-38B2A75D2566}"/>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3F5C11DC-3841-E780-187D-0B304E54DA9E}"/>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B81B4B31-22A4-2189-E694-C2770204AC70}"/>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8BE35743-B150-A5AB-6278-E5BEDB2BFB62}"/>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73BA9FE4-BB50-3D2F-911D-625758D60805}"/>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4">
            <a:extLst>
              <a:ext uri="{FF2B5EF4-FFF2-40B4-BE49-F238E27FC236}">
                <a16:creationId xmlns:a16="http://schemas.microsoft.com/office/drawing/2014/main" id="{70E61C96-4F38-BE07-7A26-57E049E971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3071" y="242047"/>
            <a:ext cx="6083048" cy="622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3">
            <a:extLst>
              <a:ext uri="{FF2B5EF4-FFF2-40B4-BE49-F238E27FC236}">
                <a16:creationId xmlns:a16="http://schemas.microsoft.com/office/drawing/2014/main" id="{2E27F842-00B9-CE42-B87F-4B3509163CC3}"/>
              </a:ext>
            </a:extLst>
          </p:cNvPr>
          <p:cNvSpPr txBox="1">
            <a:spLocks noChangeArrowheads="1"/>
          </p:cNvSpPr>
          <p:nvPr/>
        </p:nvSpPr>
        <p:spPr bwMode="auto">
          <a:xfrm>
            <a:off x="8683727" y="632012"/>
            <a:ext cx="2469600" cy="5232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800" dirty="0">
                <a:solidFill>
                  <a:schemeClr val="accent2">
                    <a:lumMod val="50000"/>
                  </a:schemeClr>
                </a:solidFill>
                <a:effectLst>
                  <a:outerShdw blurRad="38100" dist="38100" dir="2700000" algn="tl">
                    <a:srgbClr val="000000"/>
                  </a:outerShdw>
                </a:effectLst>
              </a:rPr>
              <a:t>Para-</a:t>
            </a:r>
            <a:br>
              <a:rPr lang="en-US" altLang="en-US" sz="2800" dirty="0">
                <a:solidFill>
                  <a:schemeClr val="accent2">
                    <a:lumMod val="50000"/>
                  </a:schemeClr>
                </a:solidFill>
                <a:effectLst>
                  <a:outerShdw blurRad="38100" dist="38100" dir="2700000" algn="tl">
                    <a:srgbClr val="000000"/>
                  </a:outerShdw>
                </a:effectLst>
              </a:rPr>
            </a:br>
            <a:r>
              <a:rPr lang="en-US" altLang="en-US" sz="2800" dirty="0">
                <a:solidFill>
                  <a:schemeClr val="accent2">
                    <a:lumMod val="50000"/>
                  </a:schemeClr>
                </a:solidFill>
                <a:effectLst>
                  <a:outerShdw blurRad="38100" dist="38100" dir="2700000" algn="tl">
                    <a:srgbClr val="000000"/>
                  </a:outerShdw>
                </a:effectLst>
              </a:rPr>
              <a:t>Virtualization with Compiler Support.</a:t>
            </a:r>
          </a:p>
          <a:p>
            <a:pPr>
              <a:spcBef>
                <a:spcPct val="50000"/>
              </a:spcBef>
            </a:pPr>
            <a:endParaRPr lang="en-US" altLang="en-US" sz="2800" dirty="0">
              <a:solidFill>
                <a:schemeClr val="accent2">
                  <a:lumMod val="50000"/>
                </a:schemeClr>
              </a:solidFill>
              <a:effectLst>
                <a:outerShdw blurRad="38100" dist="38100" dir="2700000" algn="tl">
                  <a:srgbClr val="000000"/>
                </a:outerShdw>
              </a:effectLst>
            </a:endParaRPr>
          </a:p>
          <a:p>
            <a:pPr>
              <a:spcBef>
                <a:spcPct val="50000"/>
              </a:spcBef>
            </a:pPr>
            <a:r>
              <a:rPr lang="en-US" altLang="en-US" sz="2400" dirty="0">
                <a:solidFill>
                  <a:schemeClr val="accent2">
                    <a:lumMod val="50000"/>
                  </a:schemeClr>
                </a:solidFill>
                <a:effectLst>
                  <a:outerShdw blurRad="38100" dist="38100" dir="2700000" algn="tl">
                    <a:srgbClr val="000000"/>
                  </a:outerShdw>
                </a:effectLst>
              </a:rPr>
              <a:t>The KVM builds offers kernel-based VM on the Linux</a:t>
            </a:r>
            <a:br>
              <a:rPr lang="en-US" altLang="en-US" sz="2400" dirty="0">
                <a:solidFill>
                  <a:schemeClr val="accent2">
                    <a:lumMod val="50000"/>
                  </a:schemeClr>
                </a:solidFill>
                <a:effectLst>
                  <a:outerShdw blurRad="38100" dist="38100" dir="2700000" algn="tl">
                    <a:srgbClr val="000000"/>
                  </a:outerShdw>
                </a:effectLst>
              </a:rPr>
            </a:br>
            <a:r>
              <a:rPr lang="en-US" altLang="en-US" sz="2400" dirty="0">
                <a:solidFill>
                  <a:schemeClr val="accent2">
                    <a:lumMod val="50000"/>
                  </a:schemeClr>
                </a:solidFill>
                <a:effectLst>
                  <a:outerShdw blurRad="38100" dist="38100" dir="2700000" algn="tl">
                    <a:srgbClr val="000000"/>
                  </a:outerShdw>
                </a:effectLst>
              </a:rPr>
              <a:t>platform, based on para-virtualization</a:t>
            </a:r>
          </a:p>
        </p:txBody>
      </p:sp>
    </p:spTree>
    <p:extLst>
      <p:ext uri="{BB962C8B-B14F-4D97-AF65-F5344CB8AC3E}">
        <p14:creationId xmlns:p14="http://schemas.microsoft.com/office/powerpoint/2010/main" val="9695214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989F24F-E1BA-198B-C791-42CCE6F63CE7}"/>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5DBA0705-C08F-54F0-12A8-29CAC9F2098D}"/>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61566F62-201D-B3AA-98DD-B78B11C61188}"/>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44DFBBE5-B910-7082-27B4-06A736AB0C1E}"/>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D8CB005D-0F92-4A75-3CC6-F34491CD5CCD}"/>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D781E314-CF6C-3441-7D5D-8197B7B7BD23}"/>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78F89171-FEDE-AAB1-4988-9961E4B010CF}"/>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A68DFBE6-8020-8F25-CD03-66C0551FDA33}"/>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635CADDB-3513-95F6-9819-9B008CA791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0457" y="1272662"/>
            <a:ext cx="8591837" cy="4939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4">
            <a:extLst>
              <a:ext uri="{FF2B5EF4-FFF2-40B4-BE49-F238E27FC236}">
                <a16:creationId xmlns:a16="http://schemas.microsoft.com/office/drawing/2014/main" id="{98BF6FD5-E1C1-230E-A476-D3AF2622CDCB}"/>
              </a:ext>
            </a:extLst>
          </p:cNvPr>
          <p:cNvSpPr txBox="1">
            <a:spLocks noChangeArrowheads="1"/>
          </p:cNvSpPr>
          <p:nvPr/>
        </p:nvSpPr>
        <p:spPr bwMode="auto">
          <a:xfrm>
            <a:off x="2559076" y="174813"/>
            <a:ext cx="643700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4000" dirty="0">
                <a:solidFill>
                  <a:schemeClr val="accent2">
                    <a:lumMod val="50000"/>
                  </a:schemeClr>
                </a:solidFill>
                <a:effectLst>
                  <a:outerShdw blurRad="38100" dist="38100" dir="2700000" algn="tl">
                    <a:srgbClr val="000000"/>
                  </a:outerShdw>
                </a:effectLst>
              </a:rPr>
              <a:t>Host-based Virtualization </a:t>
            </a:r>
          </a:p>
        </p:txBody>
      </p:sp>
    </p:spTree>
    <p:extLst>
      <p:ext uri="{BB962C8B-B14F-4D97-AF65-F5344CB8AC3E}">
        <p14:creationId xmlns:p14="http://schemas.microsoft.com/office/powerpoint/2010/main" val="30493178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7DCCE355-A9BC-7275-E698-037FCD29CD91}"/>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89CBC889-3823-F04F-9F24-AB867DBC0733}"/>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A15DC19C-DEE1-2FF7-D0CA-E90545B0A26D}"/>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1CFFDB31-1805-B119-02AB-E5C81A4A100F}"/>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C13F0318-6C1D-6948-1CE3-417E29C13D22}"/>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9B508337-656F-F295-BC20-A0FCF8D34F48}"/>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FDDF50A8-D4B9-A2C9-397E-A0614DFFF93B}"/>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70AE664E-2175-1365-79A5-F9DACC243B07}"/>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3" name="Group 88">
            <a:extLst>
              <a:ext uri="{FF2B5EF4-FFF2-40B4-BE49-F238E27FC236}">
                <a16:creationId xmlns:a16="http://schemas.microsoft.com/office/drawing/2014/main" id="{8F56559D-6216-6987-B352-B22201D5C81D}"/>
              </a:ext>
            </a:extLst>
          </p:cNvPr>
          <p:cNvGraphicFramePr>
            <a:graphicFrameLocks noGrp="1"/>
          </p:cNvGraphicFramePr>
          <p:nvPr>
            <p:extLst>
              <p:ext uri="{D42A27DB-BD31-4B8C-83A1-F6EECF244321}">
                <p14:modId xmlns:p14="http://schemas.microsoft.com/office/powerpoint/2010/main" val="4144119347"/>
              </p:ext>
            </p:extLst>
          </p:nvPr>
        </p:nvGraphicFramePr>
        <p:xfrm>
          <a:off x="2712849" y="768484"/>
          <a:ext cx="8273397" cy="5918326"/>
        </p:xfrm>
        <a:graphic>
          <a:graphicData uri="http://schemas.openxmlformats.org/drawingml/2006/table">
            <a:tbl>
              <a:tblPr/>
              <a:tblGrid>
                <a:gridCol w="4236331">
                  <a:extLst>
                    <a:ext uri="{9D8B030D-6E8A-4147-A177-3AD203B41FA5}">
                      <a16:colId xmlns:a16="http://schemas.microsoft.com/office/drawing/2014/main" val="2758025165"/>
                    </a:ext>
                  </a:extLst>
                </a:gridCol>
                <a:gridCol w="4037066">
                  <a:extLst>
                    <a:ext uri="{9D8B030D-6E8A-4147-A177-3AD203B41FA5}">
                      <a16:colId xmlns:a16="http://schemas.microsoft.com/office/drawing/2014/main" val="4133994043"/>
                    </a:ext>
                  </a:extLst>
                </a:gridCol>
              </a:tblGrid>
              <a:tr h="619679">
                <a:tc>
                  <a:txBody>
                    <a:bodyPr/>
                    <a:lstStyle>
                      <a:lvl1pPr eaLnBrk="0" hangingPunct="0">
                        <a:lnSpc>
                          <a:spcPct val="90000"/>
                        </a:lnSpc>
                        <a:spcBef>
                          <a:spcPct val="30000"/>
                        </a:spcBef>
                        <a:buClr>
                          <a:schemeClr val="tx2"/>
                        </a:buClr>
                        <a:buSzPct val="75000"/>
                        <a:buFont typeface="Wingdings" panose="05000000000000000000" pitchFamily="2" charset="2"/>
                        <a:defRPr sz="2400">
                          <a:solidFill>
                            <a:schemeClr val="tx1"/>
                          </a:solidFill>
                          <a:latin typeface="Arial" panose="020B0604020202020204" pitchFamily="34" charset="0"/>
                          <a:ea typeface="ＭＳ Ｐゴシック" panose="020B0600070205080204" pitchFamily="34" charset="-128"/>
                        </a:defRPr>
                      </a:lvl1pPr>
                      <a:lvl2pPr eaLnBrk="0" hangingPunct="0">
                        <a:lnSpc>
                          <a:spcPct val="9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ＭＳ Ｐゴシック" panose="020B0600070205080204" pitchFamily="34" charset="-128"/>
                        </a:defRPr>
                      </a:lvl2pPr>
                      <a:lvl3pPr eaLnBrk="0" hangingPunct="0">
                        <a:lnSpc>
                          <a:spcPct val="90000"/>
                        </a:lnSpc>
                        <a:spcBef>
                          <a:spcPct val="30000"/>
                        </a:spcBef>
                        <a:buClr>
                          <a:schemeClr val="tx2"/>
                        </a:buClr>
                        <a:buSzPct val="75000"/>
                        <a:buFont typeface="Wingdings" panose="05000000000000000000" pitchFamily="2" charset="2"/>
                        <a:defRPr>
                          <a:solidFill>
                            <a:schemeClr val="tx1"/>
                          </a:solidFill>
                          <a:latin typeface="Arial" panose="020B0604020202020204" pitchFamily="34" charset="0"/>
                          <a:ea typeface="ＭＳ Ｐゴシック" panose="020B0600070205080204" pitchFamily="34" charset="-128"/>
                        </a:defRPr>
                      </a:lvl3pPr>
                      <a:lvl4pPr eaLnBrk="0" hangingPunct="0">
                        <a:lnSpc>
                          <a:spcPct val="90000"/>
                        </a:lnSpc>
                        <a:spcBef>
                          <a:spcPct val="30000"/>
                        </a:spcBef>
                        <a:buClr>
                          <a:schemeClr val="tx2"/>
                        </a:buClr>
                        <a:buSzPct val="75000"/>
                        <a:buFont typeface="Wingdings" panose="05000000000000000000" pitchFamily="2" charset="2"/>
                        <a:defRPr sz="1600">
                          <a:solidFill>
                            <a:schemeClr val="tx1"/>
                          </a:solidFill>
                          <a:latin typeface="Arial" panose="020B0604020202020204" pitchFamily="34" charset="0"/>
                          <a:ea typeface="ＭＳ Ｐゴシック" panose="020B0600070205080204" pitchFamily="34" charset="-128"/>
                        </a:defRPr>
                      </a:lvl4pPr>
                      <a:lvl5pPr eaLnBrk="0" hangingPunct="0">
                        <a:lnSpc>
                          <a:spcPct val="90000"/>
                        </a:lnSpc>
                        <a:spcBef>
                          <a:spcPct val="30000"/>
                        </a:spcBef>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5pPr>
                      <a:lvl6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6pPr>
                      <a:lvl7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7pPr>
                      <a:lvl8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8pPr>
                      <a:lvl9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lumMod val="95000"/>
                              <a:lumOff val="5000"/>
                            </a:schemeClr>
                          </a:solidFill>
                          <a:effectLst/>
                          <a:latin typeface="Calibri" panose="020F0502020204030204" pitchFamily="34" charset="0"/>
                          <a:ea typeface="Times New Roman" panose="02020603050405020304" pitchFamily="18" charset="0"/>
                          <a:cs typeface="Calibri" panose="020F0502020204030204" pitchFamily="34" charset="0"/>
                        </a:rPr>
                        <a:t>Physical cores</a:t>
                      </a:r>
                      <a:endParaRPr kumimoji="0" lang="en-US" altLang="en-US" sz="7200" b="0" i="0" u="none" strike="noStrike" cap="none" normalizeH="0" baseline="0" dirty="0">
                        <a:ln>
                          <a:noFill/>
                        </a:ln>
                        <a:solidFill>
                          <a:schemeClr val="tx1">
                            <a:lumMod val="95000"/>
                            <a:lumOff val="5000"/>
                          </a:schemeClr>
                        </a:solidFill>
                        <a:effectLst/>
                        <a:latin typeface="Arial" panose="020B0604020202020204" pitchFamily="34" charset="0"/>
                        <a:ea typeface="Times New Roman" panose="02020603050405020304" pitchFamily="18" charset="0"/>
                        <a:cs typeface="Calibri" panose="020F050202020403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lvl1pPr eaLnBrk="0" hangingPunct="0">
                        <a:lnSpc>
                          <a:spcPct val="90000"/>
                        </a:lnSpc>
                        <a:spcBef>
                          <a:spcPct val="30000"/>
                        </a:spcBef>
                        <a:buClr>
                          <a:schemeClr val="tx2"/>
                        </a:buClr>
                        <a:buSzPct val="75000"/>
                        <a:buFont typeface="Wingdings" panose="05000000000000000000" pitchFamily="2" charset="2"/>
                        <a:defRPr sz="2400">
                          <a:solidFill>
                            <a:schemeClr val="tx1"/>
                          </a:solidFill>
                          <a:latin typeface="Arial" panose="020B0604020202020204" pitchFamily="34" charset="0"/>
                          <a:ea typeface="ＭＳ Ｐゴシック" panose="020B0600070205080204" pitchFamily="34" charset="-128"/>
                        </a:defRPr>
                      </a:lvl1pPr>
                      <a:lvl2pPr eaLnBrk="0" hangingPunct="0">
                        <a:lnSpc>
                          <a:spcPct val="9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ＭＳ Ｐゴシック" panose="020B0600070205080204" pitchFamily="34" charset="-128"/>
                        </a:defRPr>
                      </a:lvl2pPr>
                      <a:lvl3pPr eaLnBrk="0" hangingPunct="0">
                        <a:lnSpc>
                          <a:spcPct val="90000"/>
                        </a:lnSpc>
                        <a:spcBef>
                          <a:spcPct val="30000"/>
                        </a:spcBef>
                        <a:buClr>
                          <a:schemeClr val="tx2"/>
                        </a:buClr>
                        <a:buSzPct val="75000"/>
                        <a:buFont typeface="Wingdings" panose="05000000000000000000" pitchFamily="2" charset="2"/>
                        <a:defRPr>
                          <a:solidFill>
                            <a:schemeClr val="tx1"/>
                          </a:solidFill>
                          <a:latin typeface="Arial" panose="020B0604020202020204" pitchFamily="34" charset="0"/>
                          <a:ea typeface="ＭＳ Ｐゴシック" panose="020B0600070205080204" pitchFamily="34" charset="-128"/>
                        </a:defRPr>
                      </a:lvl3pPr>
                      <a:lvl4pPr eaLnBrk="0" hangingPunct="0">
                        <a:lnSpc>
                          <a:spcPct val="90000"/>
                        </a:lnSpc>
                        <a:spcBef>
                          <a:spcPct val="30000"/>
                        </a:spcBef>
                        <a:buClr>
                          <a:schemeClr val="tx2"/>
                        </a:buClr>
                        <a:buSzPct val="75000"/>
                        <a:buFont typeface="Wingdings" panose="05000000000000000000" pitchFamily="2" charset="2"/>
                        <a:defRPr sz="1600">
                          <a:solidFill>
                            <a:schemeClr val="tx1"/>
                          </a:solidFill>
                          <a:latin typeface="Arial" panose="020B0604020202020204" pitchFamily="34" charset="0"/>
                          <a:ea typeface="ＭＳ Ｐゴシック" panose="020B0600070205080204" pitchFamily="34" charset="-128"/>
                        </a:defRPr>
                      </a:lvl4pPr>
                      <a:lvl5pPr eaLnBrk="0" hangingPunct="0">
                        <a:lnSpc>
                          <a:spcPct val="90000"/>
                        </a:lnSpc>
                        <a:spcBef>
                          <a:spcPct val="30000"/>
                        </a:spcBef>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5pPr>
                      <a:lvl6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6pPr>
                      <a:lvl7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7pPr>
                      <a:lvl8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8pPr>
                      <a:lvl9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lumMod val="95000"/>
                              <a:lumOff val="5000"/>
                            </a:schemeClr>
                          </a:solidFill>
                          <a:effectLst/>
                          <a:latin typeface="Calibri" panose="020F0502020204030204" pitchFamily="34" charset="0"/>
                          <a:ea typeface="Times New Roman" panose="02020603050405020304" pitchFamily="18" charset="0"/>
                          <a:cs typeface="Calibri" panose="020F0502020204030204" pitchFamily="34" charset="0"/>
                        </a:rPr>
                        <a:t>Virtual cores</a:t>
                      </a:r>
                      <a:endParaRPr kumimoji="0" lang="en-US" altLang="en-US" sz="7200" b="0" i="0" u="none" strike="noStrike" cap="none" normalizeH="0" baseline="0">
                        <a:ln>
                          <a:noFill/>
                        </a:ln>
                        <a:solidFill>
                          <a:schemeClr val="tx1">
                            <a:lumMod val="95000"/>
                            <a:lumOff val="5000"/>
                          </a:schemeClr>
                        </a:solidFill>
                        <a:effectLst/>
                        <a:latin typeface="Arial" panose="020B0604020202020204" pitchFamily="34" charset="0"/>
                        <a:ea typeface="Times New Roman" panose="02020603050405020304" pitchFamily="18" charset="0"/>
                        <a:cs typeface="Calibri" panose="020F050202020403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2807005463"/>
                  </a:ext>
                </a:extLst>
              </a:tr>
              <a:tr h="1168420">
                <a:tc>
                  <a:txBody>
                    <a:bodyPr/>
                    <a:lstStyle>
                      <a:lvl1pPr eaLnBrk="0" hangingPunct="0">
                        <a:lnSpc>
                          <a:spcPct val="90000"/>
                        </a:lnSpc>
                        <a:spcBef>
                          <a:spcPct val="30000"/>
                        </a:spcBef>
                        <a:buClr>
                          <a:schemeClr val="tx2"/>
                        </a:buClr>
                        <a:buSzPct val="75000"/>
                        <a:buFont typeface="Wingdings" panose="05000000000000000000" pitchFamily="2" charset="2"/>
                        <a:defRPr sz="2400">
                          <a:solidFill>
                            <a:schemeClr val="tx1"/>
                          </a:solidFill>
                          <a:latin typeface="Arial" panose="020B0604020202020204" pitchFamily="34" charset="0"/>
                          <a:ea typeface="ＭＳ Ｐゴシック" panose="020B0600070205080204" pitchFamily="34" charset="-128"/>
                        </a:defRPr>
                      </a:lvl1pPr>
                      <a:lvl2pPr eaLnBrk="0" hangingPunct="0">
                        <a:lnSpc>
                          <a:spcPct val="9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ＭＳ Ｐゴシック" panose="020B0600070205080204" pitchFamily="34" charset="-128"/>
                        </a:defRPr>
                      </a:lvl2pPr>
                      <a:lvl3pPr eaLnBrk="0" hangingPunct="0">
                        <a:lnSpc>
                          <a:spcPct val="90000"/>
                        </a:lnSpc>
                        <a:spcBef>
                          <a:spcPct val="30000"/>
                        </a:spcBef>
                        <a:buClr>
                          <a:schemeClr val="tx2"/>
                        </a:buClr>
                        <a:buSzPct val="75000"/>
                        <a:buFont typeface="Wingdings" panose="05000000000000000000" pitchFamily="2" charset="2"/>
                        <a:defRPr>
                          <a:solidFill>
                            <a:schemeClr val="tx1"/>
                          </a:solidFill>
                          <a:latin typeface="Arial" panose="020B0604020202020204" pitchFamily="34" charset="0"/>
                          <a:ea typeface="ＭＳ Ｐゴシック" panose="020B0600070205080204" pitchFamily="34" charset="-128"/>
                        </a:defRPr>
                      </a:lvl3pPr>
                      <a:lvl4pPr eaLnBrk="0" hangingPunct="0">
                        <a:lnSpc>
                          <a:spcPct val="90000"/>
                        </a:lnSpc>
                        <a:spcBef>
                          <a:spcPct val="30000"/>
                        </a:spcBef>
                        <a:buClr>
                          <a:schemeClr val="tx2"/>
                        </a:buClr>
                        <a:buSzPct val="75000"/>
                        <a:buFont typeface="Wingdings" panose="05000000000000000000" pitchFamily="2" charset="2"/>
                        <a:defRPr sz="1600">
                          <a:solidFill>
                            <a:schemeClr val="tx1"/>
                          </a:solidFill>
                          <a:latin typeface="Arial" panose="020B0604020202020204" pitchFamily="34" charset="0"/>
                          <a:ea typeface="ＭＳ Ｐゴシック" panose="020B0600070205080204" pitchFamily="34" charset="-128"/>
                        </a:defRPr>
                      </a:lvl4pPr>
                      <a:lvl5pPr eaLnBrk="0" hangingPunct="0">
                        <a:lnSpc>
                          <a:spcPct val="90000"/>
                        </a:lnSpc>
                        <a:spcBef>
                          <a:spcPct val="30000"/>
                        </a:spcBef>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5pPr>
                      <a:lvl6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6pPr>
                      <a:lvl7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7pPr>
                      <a:lvl8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8pPr>
                      <a:lvl9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Times New Roman" panose="02020603050405020304" pitchFamily="18" charset="0"/>
                          <a:cs typeface="Calibri" panose="020F0502020204030204" pitchFamily="34" charset="0"/>
                        </a:rPr>
                        <a:t>The actual physical cores present in the processor.</a:t>
                      </a:r>
                      <a:endParaRPr kumimoji="0" lang="en-US" altLang="en-US" sz="5400" b="0" i="0" u="none" strike="noStrike" cap="none" normalizeH="0" baseline="0" dirty="0">
                        <a:ln>
                          <a:noFill/>
                        </a:ln>
                        <a:solidFill>
                          <a:schemeClr val="tx1">
                            <a:lumMod val="95000"/>
                            <a:lumOff val="5000"/>
                          </a:schemeClr>
                        </a:solidFill>
                        <a:effectLst/>
                        <a:latin typeface="Arial" panose="020B0604020202020204" pitchFamily="34" charset="0"/>
                        <a:ea typeface="Times New Roman" panose="02020603050405020304" pitchFamily="18" charset="0"/>
                        <a:cs typeface="Calibri" panose="020F050202020403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lvl1pPr eaLnBrk="0" hangingPunct="0">
                        <a:lnSpc>
                          <a:spcPct val="90000"/>
                        </a:lnSpc>
                        <a:spcBef>
                          <a:spcPct val="30000"/>
                        </a:spcBef>
                        <a:buClr>
                          <a:schemeClr val="tx2"/>
                        </a:buClr>
                        <a:buSzPct val="75000"/>
                        <a:buFont typeface="Wingdings" panose="05000000000000000000" pitchFamily="2" charset="2"/>
                        <a:defRPr sz="2400">
                          <a:solidFill>
                            <a:schemeClr val="tx1"/>
                          </a:solidFill>
                          <a:latin typeface="Arial" panose="020B0604020202020204" pitchFamily="34" charset="0"/>
                          <a:ea typeface="ＭＳ Ｐゴシック" panose="020B0600070205080204" pitchFamily="34" charset="-128"/>
                        </a:defRPr>
                      </a:lvl1pPr>
                      <a:lvl2pPr eaLnBrk="0" hangingPunct="0">
                        <a:lnSpc>
                          <a:spcPct val="9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ＭＳ Ｐゴシック" panose="020B0600070205080204" pitchFamily="34" charset="-128"/>
                        </a:defRPr>
                      </a:lvl2pPr>
                      <a:lvl3pPr eaLnBrk="0" hangingPunct="0">
                        <a:lnSpc>
                          <a:spcPct val="90000"/>
                        </a:lnSpc>
                        <a:spcBef>
                          <a:spcPct val="30000"/>
                        </a:spcBef>
                        <a:buClr>
                          <a:schemeClr val="tx2"/>
                        </a:buClr>
                        <a:buSzPct val="75000"/>
                        <a:buFont typeface="Wingdings" panose="05000000000000000000" pitchFamily="2" charset="2"/>
                        <a:defRPr>
                          <a:solidFill>
                            <a:schemeClr val="tx1"/>
                          </a:solidFill>
                          <a:latin typeface="Arial" panose="020B0604020202020204" pitchFamily="34" charset="0"/>
                          <a:ea typeface="ＭＳ Ｐゴシック" panose="020B0600070205080204" pitchFamily="34" charset="-128"/>
                        </a:defRPr>
                      </a:lvl3pPr>
                      <a:lvl4pPr eaLnBrk="0" hangingPunct="0">
                        <a:lnSpc>
                          <a:spcPct val="90000"/>
                        </a:lnSpc>
                        <a:spcBef>
                          <a:spcPct val="30000"/>
                        </a:spcBef>
                        <a:buClr>
                          <a:schemeClr val="tx2"/>
                        </a:buClr>
                        <a:buSzPct val="75000"/>
                        <a:buFont typeface="Wingdings" panose="05000000000000000000" pitchFamily="2" charset="2"/>
                        <a:defRPr sz="1600">
                          <a:solidFill>
                            <a:schemeClr val="tx1"/>
                          </a:solidFill>
                          <a:latin typeface="Arial" panose="020B0604020202020204" pitchFamily="34" charset="0"/>
                          <a:ea typeface="ＭＳ Ｐゴシック" panose="020B0600070205080204" pitchFamily="34" charset="-128"/>
                        </a:defRPr>
                      </a:lvl4pPr>
                      <a:lvl5pPr eaLnBrk="0" hangingPunct="0">
                        <a:lnSpc>
                          <a:spcPct val="90000"/>
                        </a:lnSpc>
                        <a:spcBef>
                          <a:spcPct val="30000"/>
                        </a:spcBef>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5pPr>
                      <a:lvl6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6pPr>
                      <a:lvl7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7pPr>
                      <a:lvl8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8pPr>
                      <a:lvl9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Times New Roman" panose="02020603050405020304" pitchFamily="18" charset="0"/>
                          <a:cs typeface="Calibri" panose="020F0502020204030204" pitchFamily="34" charset="0"/>
                        </a:rPr>
                        <a:t>There can be more virtual cores visible to a single OS than there are physical cores.</a:t>
                      </a:r>
                      <a:endParaRPr kumimoji="0" lang="en-US" altLang="en-US" sz="5400" b="0" i="0" u="none" strike="noStrike" cap="none" normalizeH="0" baseline="0" dirty="0">
                        <a:ln>
                          <a:noFill/>
                        </a:ln>
                        <a:solidFill>
                          <a:schemeClr val="tx1">
                            <a:lumMod val="95000"/>
                            <a:lumOff val="5000"/>
                          </a:schemeClr>
                        </a:solidFill>
                        <a:effectLst/>
                        <a:latin typeface="Arial" panose="020B0604020202020204" pitchFamily="34" charset="0"/>
                        <a:ea typeface="Times New Roman" panose="02020603050405020304" pitchFamily="18" charset="0"/>
                        <a:cs typeface="Calibri" panose="020F050202020403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4183272257"/>
                  </a:ext>
                </a:extLst>
              </a:tr>
              <a:tr h="1440144">
                <a:tc>
                  <a:txBody>
                    <a:bodyPr/>
                    <a:lstStyle>
                      <a:lvl1pPr eaLnBrk="0" hangingPunct="0">
                        <a:lnSpc>
                          <a:spcPct val="90000"/>
                        </a:lnSpc>
                        <a:spcBef>
                          <a:spcPct val="30000"/>
                        </a:spcBef>
                        <a:buClr>
                          <a:schemeClr val="tx2"/>
                        </a:buClr>
                        <a:buSzPct val="75000"/>
                        <a:buFont typeface="Wingdings" panose="05000000000000000000" pitchFamily="2" charset="2"/>
                        <a:defRPr sz="2400">
                          <a:solidFill>
                            <a:schemeClr val="tx1"/>
                          </a:solidFill>
                          <a:latin typeface="Arial" panose="020B0604020202020204" pitchFamily="34" charset="0"/>
                          <a:ea typeface="ＭＳ Ｐゴシック" panose="020B0600070205080204" pitchFamily="34" charset="-128"/>
                        </a:defRPr>
                      </a:lvl1pPr>
                      <a:lvl2pPr eaLnBrk="0" hangingPunct="0">
                        <a:lnSpc>
                          <a:spcPct val="9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ＭＳ Ｐゴシック" panose="020B0600070205080204" pitchFamily="34" charset="-128"/>
                        </a:defRPr>
                      </a:lvl2pPr>
                      <a:lvl3pPr eaLnBrk="0" hangingPunct="0">
                        <a:lnSpc>
                          <a:spcPct val="90000"/>
                        </a:lnSpc>
                        <a:spcBef>
                          <a:spcPct val="30000"/>
                        </a:spcBef>
                        <a:buClr>
                          <a:schemeClr val="tx2"/>
                        </a:buClr>
                        <a:buSzPct val="75000"/>
                        <a:buFont typeface="Wingdings" panose="05000000000000000000" pitchFamily="2" charset="2"/>
                        <a:defRPr>
                          <a:solidFill>
                            <a:schemeClr val="tx1"/>
                          </a:solidFill>
                          <a:latin typeface="Arial" panose="020B0604020202020204" pitchFamily="34" charset="0"/>
                          <a:ea typeface="ＭＳ Ｐゴシック" panose="020B0600070205080204" pitchFamily="34" charset="-128"/>
                        </a:defRPr>
                      </a:lvl3pPr>
                      <a:lvl4pPr eaLnBrk="0" hangingPunct="0">
                        <a:lnSpc>
                          <a:spcPct val="90000"/>
                        </a:lnSpc>
                        <a:spcBef>
                          <a:spcPct val="30000"/>
                        </a:spcBef>
                        <a:buClr>
                          <a:schemeClr val="tx2"/>
                        </a:buClr>
                        <a:buSzPct val="75000"/>
                        <a:buFont typeface="Wingdings" panose="05000000000000000000" pitchFamily="2" charset="2"/>
                        <a:defRPr sz="1600">
                          <a:solidFill>
                            <a:schemeClr val="tx1"/>
                          </a:solidFill>
                          <a:latin typeface="Arial" panose="020B0604020202020204" pitchFamily="34" charset="0"/>
                          <a:ea typeface="ＭＳ Ｐゴシック" panose="020B0600070205080204" pitchFamily="34" charset="-128"/>
                        </a:defRPr>
                      </a:lvl4pPr>
                      <a:lvl5pPr eaLnBrk="0" hangingPunct="0">
                        <a:lnSpc>
                          <a:spcPct val="90000"/>
                        </a:lnSpc>
                        <a:spcBef>
                          <a:spcPct val="30000"/>
                        </a:spcBef>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5pPr>
                      <a:lvl6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6pPr>
                      <a:lvl7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7pPr>
                      <a:lvl8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8pPr>
                      <a:lvl9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lumMod val="95000"/>
                              <a:lumOff val="5000"/>
                            </a:schemeClr>
                          </a:solidFill>
                          <a:effectLst/>
                          <a:latin typeface="Calibri" panose="020F0502020204030204" pitchFamily="34" charset="0"/>
                          <a:ea typeface="Times New Roman" panose="02020603050405020304" pitchFamily="18" charset="0"/>
                          <a:cs typeface="Calibri" panose="020F0502020204030204" pitchFamily="34" charset="0"/>
                        </a:rPr>
                        <a:t>More burden on the software to write applications which can run directly on the cores.</a:t>
                      </a:r>
                      <a:endParaRPr kumimoji="0" lang="en-US" altLang="en-US" sz="5400" b="0" i="0" u="none" strike="noStrike" cap="none" normalizeH="0" baseline="0">
                        <a:ln>
                          <a:noFill/>
                        </a:ln>
                        <a:solidFill>
                          <a:schemeClr val="tx1">
                            <a:lumMod val="95000"/>
                            <a:lumOff val="5000"/>
                          </a:schemeClr>
                        </a:solidFill>
                        <a:effectLst/>
                        <a:latin typeface="Arial" panose="020B0604020202020204" pitchFamily="34" charset="0"/>
                        <a:ea typeface="Times New Roman" panose="02020603050405020304" pitchFamily="18" charset="0"/>
                        <a:cs typeface="Calibri" panose="020F050202020403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lvl1pPr eaLnBrk="0" hangingPunct="0">
                        <a:lnSpc>
                          <a:spcPct val="90000"/>
                        </a:lnSpc>
                        <a:spcBef>
                          <a:spcPct val="30000"/>
                        </a:spcBef>
                        <a:buClr>
                          <a:schemeClr val="tx2"/>
                        </a:buClr>
                        <a:buSzPct val="75000"/>
                        <a:buFont typeface="Wingdings" panose="05000000000000000000" pitchFamily="2" charset="2"/>
                        <a:defRPr sz="2400">
                          <a:solidFill>
                            <a:schemeClr val="tx1"/>
                          </a:solidFill>
                          <a:latin typeface="Arial" panose="020B0604020202020204" pitchFamily="34" charset="0"/>
                          <a:ea typeface="ＭＳ Ｐゴシック" panose="020B0600070205080204" pitchFamily="34" charset="-128"/>
                        </a:defRPr>
                      </a:lvl1pPr>
                      <a:lvl2pPr eaLnBrk="0" hangingPunct="0">
                        <a:lnSpc>
                          <a:spcPct val="9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ＭＳ Ｐゴシック" panose="020B0600070205080204" pitchFamily="34" charset="-128"/>
                        </a:defRPr>
                      </a:lvl2pPr>
                      <a:lvl3pPr eaLnBrk="0" hangingPunct="0">
                        <a:lnSpc>
                          <a:spcPct val="90000"/>
                        </a:lnSpc>
                        <a:spcBef>
                          <a:spcPct val="30000"/>
                        </a:spcBef>
                        <a:buClr>
                          <a:schemeClr val="tx2"/>
                        </a:buClr>
                        <a:buSzPct val="75000"/>
                        <a:buFont typeface="Wingdings" panose="05000000000000000000" pitchFamily="2" charset="2"/>
                        <a:defRPr>
                          <a:solidFill>
                            <a:schemeClr val="tx1"/>
                          </a:solidFill>
                          <a:latin typeface="Arial" panose="020B0604020202020204" pitchFamily="34" charset="0"/>
                          <a:ea typeface="ＭＳ Ｐゴシック" panose="020B0600070205080204" pitchFamily="34" charset="-128"/>
                        </a:defRPr>
                      </a:lvl3pPr>
                      <a:lvl4pPr eaLnBrk="0" hangingPunct="0">
                        <a:lnSpc>
                          <a:spcPct val="90000"/>
                        </a:lnSpc>
                        <a:spcBef>
                          <a:spcPct val="30000"/>
                        </a:spcBef>
                        <a:buClr>
                          <a:schemeClr val="tx2"/>
                        </a:buClr>
                        <a:buSzPct val="75000"/>
                        <a:buFont typeface="Wingdings" panose="05000000000000000000" pitchFamily="2" charset="2"/>
                        <a:defRPr sz="1600">
                          <a:solidFill>
                            <a:schemeClr val="tx1"/>
                          </a:solidFill>
                          <a:latin typeface="Arial" panose="020B0604020202020204" pitchFamily="34" charset="0"/>
                          <a:ea typeface="ＭＳ Ｐゴシック" panose="020B0600070205080204" pitchFamily="34" charset="-128"/>
                        </a:defRPr>
                      </a:lvl4pPr>
                      <a:lvl5pPr eaLnBrk="0" hangingPunct="0">
                        <a:lnSpc>
                          <a:spcPct val="90000"/>
                        </a:lnSpc>
                        <a:spcBef>
                          <a:spcPct val="30000"/>
                        </a:spcBef>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5pPr>
                      <a:lvl6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6pPr>
                      <a:lvl7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7pPr>
                      <a:lvl8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8pPr>
                      <a:lvl9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Times New Roman" panose="02020603050405020304" pitchFamily="18" charset="0"/>
                          <a:cs typeface="Calibri" panose="020F0502020204030204" pitchFamily="34" charset="0"/>
                        </a:rPr>
                        <a:t>Design of software becomes easier as the hardware assists the software in dynamic resource utilization.</a:t>
                      </a:r>
                      <a:endParaRPr kumimoji="0" lang="en-US" altLang="en-US" sz="5400" b="0" i="0" u="none" strike="noStrike" cap="none" normalizeH="0" baseline="0" dirty="0">
                        <a:ln>
                          <a:noFill/>
                        </a:ln>
                        <a:solidFill>
                          <a:schemeClr val="tx1">
                            <a:lumMod val="95000"/>
                            <a:lumOff val="5000"/>
                          </a:schemeClr>
                        </a:solidFill>
                        <a:effectLst/>
                        <a:latin typeface="Arial" panose="020B0604020202020204" pitchFamily="34" charset="0"/>
                        <a:ea typeface="Times New Roman" panose="02020603050405020304" pitchFamily="18" charset="0"/>
                        <a:cs typeface="Calibri" panose="020F050202020403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842612546"/>
                  </a:ext>
                </a:extLst>
              </a:tr>
              <a:tr h="1168420">
                <a:tc>
                  <a:txBody>
                    <a:bodyPr/>
                    <a:lstStyle>
                      <a:lvl1pPr eaLnBrk="0" hangingPunct="0">
                        <a:lnSpc>
                          <a:spcPct val="90000"/>
                        </a:lnSpc>
                        <a:spcBef>
                          <a:spcPct val="30000"/>
                        </a:spcBef>
                        <a:buClr>
                          <a:schemeClr val="tx2"/>
                        </a:buClr>
                        <a:buSzPct val="75000"/>
                        <a:buFont typeface="Wingdings" panose="05000000000000000000" pitchFamily="2" charset="2"/>
                        <a:defRPr sz="2400">
                          <a:solidFill>
                            <a:schemeClr val="tx1"/>
                          </a:solidFill>
                          <a:latin typeface="Arial" panose="020B0604020202020204" pitchFamily="34" charset="0"/>
                          <a:ea typeface="ＭＳ Ｐゴシック" panose="020B0600070205080204" pitchFamily="34" charset="-128"/>
                        </a:defRPr>
                      </a:lvl1pPr>
                      <a:lvl2pPr eaLnBrk="0" hangingPunct="0">
                        <a:lnSpc>
                          <a:spcPct val="9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ＭＳ Ｐゴシック" panose="020B0600070205080204" pitchFamily="34" charset="-128"/>
                        </a:defRPr>
                      </a:lvl2pPr>
                      <a:lvl3pPr eaLnBrk="0" hangingPunct="0">
                        <a:lnSpc>
                          <a:spcPct val="90000"/>
                        </a:lnSpc>
                        <a:spcBef>
                          <a:spcPct val="30000"/>
                        </a:spcBef>
                        <a:buClr>
                          <a:schemeClr val="tx2"/>
                        </a:buClr>
                        <a:buSzPct val="75000"/>
                        <a:buFont typeface="Wingdings" panose="05000000000000000000" pitchFamily="2" charset="2"/>
                        <a:defRPr>
                          <a:solidFill>
                            <a:schemeClr val="tx1"/>
                          </a:solidFill>
                          <a:latin typeface="Arial" panose="020B0604020202020204" pitchFamily="34" charset="0"/>
                          <a:ea typeface="ＭＳ Ｐゴシック" panose="020B0600070205080204" pitchFamily="34" charset="-128"/>
                        </a:defRPr>
                      </a:lvl3pPr>
                      <a:lvl4pPr eaLnBrk="0" hangingPunct="0">
                        <a:lnSpc>
                          <a:spcPct val="90000"/>
                        </a:lnSpc>
                        <a:spcBef>
                          <a:spcPct val="30000"/>
                        </a:spcBef>
                        <a:buClr>
                          <a:schemeClr val="tx2"/>
                        </a:buClr>
                        <a:buSzPct val="75000"/>
                        <a:buFont typeface="Wingdings" panose="05000000000000000000" pitchFamily="2" charset="2"/>
                        <a:defRPr sz="1600">
                          <a:solidFill>
                            <a:schemeClr val="tx1"/>
                          </a:solidFill>
                          <a:latin typeface="Arial" panose="020B0604020202020204" pitchFamily="34" charset="0"/>
                          <a:ea typeface="ＭＳ Ｐゴシック" panose="020B0600070205080204" pitchFamily="34" charset="-128"/>
                        </a:defRPr>
                      </a:lvl4pPr>
                      <a:lvl5pPr eaLnBrk="0" hangingPunct="0">
                        <a:lnSpc>
                          <a:spcPct val="90000"/>
                        </a:lnSpc>
                        <a:spcBef>
                          <a:spcPct val="30000"/>
                        </a:spcBef>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5pPr>
                      <a:lvl6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6pPr>
                      <a:lvl7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7pPr>
                      <a:lvl8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8pPr>
                      <a:lvl9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lumMod val="95000"/>
                              <a:lumOff val="5000"/>
                            </a:schemeClr>
                          </a:solidFill>
                          <a:effectLst/>
                          <a:latin typeface="Calibri" panose="020F0502020204030204" pitchFamily="34" charset="0"/>
                          <a:ea typeface="Times New Roman" panose="02020603050405020304" pitchFamily="18" charset="0"/>
                          <a:cs typeface="Calibri" panose="020F0502020204030204" pitchFamily="34" charset="0"/>
                        </a:rPr>
                        <a:t>Hardware provides no assistance to the software and is hence simpler.</a:t>
                      </a:r>
                      <a:endParaRPr kumimoji="0" lang="en-US" altLang="en-US" sz="5400" b="0" i="0" u="none" strike="noStrike" cap="none" normalizeH="0" baseline="0">
                        <a:ln>
                          <a:noFill/>
                        </a:ln>
                        <a:solidFill>
                          <a:schemeClr val="tx1">
                            <a:lumMod val="95000"/>
                            <a:lumOff val="5000"/>
                          </a:schemeClr>
                        </a:solidFill>
                        <a:effectLst/>
                        <a:latin typeface="Arial" panose="020B0604020202020204" pitchFamily="34" charset="0"/>
                        <a:ea typeface="Times New Roman" panose="02020603050405020304" pitchFamily="18" charset="0"/>
                        <a:cs typeface="Calibri" panose="020F050202020403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lvl1pPr eaLnBrk="0" hangingPunct="0">
                        <a:lnSpc>
                          <a:spcPct val="90000"/>
                        </a:lnSpc>
                        <a:spcBef>
                          <a:spcPct val="30000"/>
                        </a:spcBef>
                        <a:buClr>
                          <a:schemeClr val="tx2"/>
                        </a:buClr>
                        <a:buSzPct val="75000"/>
                        <a:buFont typeface="Wingdings" panose="05000000000000000000" pitchFamily="2" charset="2"/>
                        <a:defRPr sz="2400">
                          <a:solidFill>
                            <a:schemeClr val="tx1"/>
                          </a:solidFill>
                          <a:latin typeface="Arial" panose="020B0604020202020204" pitchFamily="34" charset="0"/>
                          <a:ea typeface="ＭＳ Ｐゴシック" panose="020B0600070205080204" pitchFamily="34" charset="-128"/>
                        </a:defRPr>
                      </a:lvl1pPr>
                      <a:lvl2pPr eaLnBrk="0" hangingPunct="0">
                        <a:lnSpc>
                          <a:spcPct val="9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ＭＳ Ｐゴシック" panose="020B0600070205080204" pitchFamily="34" charset="-128"/>
                        </a:defRPr>
                      </a:lvl2pPr>
                      <a:lvl3pPr eaLnBrk="0" hangingPunct="0">
                        <a:lnSpc>
                          <a:spcPct val="90000"/>
                        </a:lnSpc>
                        <a:spcBef>
                          <a:spcPct val="30000"/>
                        </a:spcBef>
                        <a:buClr>
                          <a:schemeClr val="tx2"/>
                        </a:buClr>
                        <a:buSzPct val="75000"/>
                        <a:buFont typeface="Wingdings" panose="05000000000000000000" pitchFamily="2" charset="2"/>
                        <a:defRPr>
                          <a:solidFill>
                            <a:schemeClr val="tx1"/>
                          </a:solidFill>
                          <a:latin typeface="Arial" panose="020B0604020202020204" pitchFamily="34" charset="0"/>
                          <a:ea typeface="ＭＳ Ｐゴシック" panose="020B0600070205080204" pitchFamily="34" charset="-128"/>
                        </a:defRPr>
                      </a:lvl3pPr>
                      <a:lvl4pPr eaLnBrk="0" hangingPunct="0">
                        <a:lnSpc>
                          <a:spcPct val="90000"/>
                        </a:lnSpc>
                        <a:spcBef>
                          <a:spcPct val="30000"/>
                        </a:spcBef>
                        <a:buClr>
                          <a:schemeClr val="tx2"/>
                        </a:buClr>
                        <a:buSzPct val="75000"/>
                        <a:buFont typeface="Wingdings" panose="05000000000000000000" pitchFamily="2" charset="2"/>
                        <a:defRPr sz="1600">
                          <a:solidFill>
                            <a:schemeClr val="tx1"/>
                          </a:solidFill>
                          <a:latin typeface="Arial" panose="020B0604020202020204" pitchFamily="34" charset="0"/>
                          <a:ea typeface="ＭＳ Ｐゴシック" panose="020B0600070205080204" pitchFamily="34" charset="-128"/>
                        </a:defRPr>
                      </a:lvl4pPr>
                      <a:lvl5pPr eaLnBrk="0" hangingPunct="0">
                        <a:lnSpc>
                          <a:spcPct val="90000"/>
                        </a:lnSpc>
                        <a:spcBef>
                          <a:spcPct val="30000"/>
                        </a:spcBef>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5pPr>
                      <a:lvl6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6pPr>
                      <a:lvl7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7pPr>
                      <a:lvl8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8pPr>
                      <a:lvl9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Times New Roman" panose="02020603050405020304" pitchFamily="18" charset="0"/>
                          <a:cs typeface="Calibri" panose="020F0502020204030204" pitchFamily="34" charset="0"/>
                        </a:rPr>
                        <a:t>Hardware provides assistance to the software and is hence more complex.</a:t>
                      </a:r>
                      <a:endParaRPr kumimoji="0" lang="en-US" altLang="en-US" sz="5400" b="0" i="0" u="none" strike="noStrike" cap="none" normalizeH="0" baseline="0" dirty="0">
                        <a:ln>
                          <a:noFill/>
                        </a:ln>
                        <a:solidFill>
                          <a:schemeClr val="tx1">
                            <a:lumMod val="95000"/>
                            <a:lumOff val="5000"/>
                          </a:schemeClr>
                        </a:solidFill>
                        <a:effectLst/>
                        <a:latin typeface="Arial" panose="020B0604020202020204" pitchFamily="34" charset="0"/>
                        <a:ea typeface="Times New Roman" panose="02020603050405020304" pitchFamily="18" charset="0"/>
                        <a:cs typeface="Calibri" panose="020F050202020403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3160358083"/>
                  </a:ext>
                </a:extLst>
              </a:tr>
              <a:tr h="624969">
                <a:tc>
                  <a:txBody>
                    <a:bodyPr/>
                    <a:lstStyle>
                      <a:lvl1pPr eaLnBrk="0" hangingPunct="0">
                        <a:lnSpc>
                          <a:spcPct val="90000"/>
                        </a:lnSpc>
                        <a:spcBef>
                          <a:spcPct val="30000"/>
                        </a:spcBef>
                        <a:buClr>
                          <a:schemeClr val="tx2"/>
                        </a:buClr>
                        <a:buSzPct val="75000"/>
                        <a:buFont typeface="Wingdings" panose="05000000000000000000" pitchFamily="2" charset="2"/>
                        <a:defRPr sz="2400">
                          <a:solidFill>
                            <a:schemeClr val="tx1"/>
                          </a:solidFill>
                          <a:latin typeface="Arial" panose="020B0604020202020204" pitchFamily="34" charset="0"/>
                          <a:ea typeface="ＭＳ Ｐゴシック" panose="020B0600070205080204" pitchFamily="34" charset="-128"/>
                        </a:defRPr>
                      </a:lvl1pPr>
                      <a:lvl2pPr eaLnBrk="0" hangingPunct="0">
                        <a:lnSpc>
                          <a:spcPct val="9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ＭＳ Ｐゴシック" panose="020B0600070205080204" pitchFamily="34" charset="-128"/>
                        </a:defRPr>
                      </a:lvl2pPr>
                      <a:lvl3pPr eaLnBrk="0" hangingPunct="0">
                        <a:lnSpc>
                          <a:spcPct val="90000"/>
                        </a:lnSpc>
                        <a:spcBef>
                          <a:spcPct val="30000"/>
                        </a:spcBef>
                        <a:buClr>
                          <a:schemeClr val="tx2"/>
                        </a:buClr>
                        <a:buSzPct val="75000"/>
                        <a:buFont typeface="Wingdings" panose="05000000000000000000" pitchFamily="2" charset="2"/>
                        <a:defRPr>
                          <a:solidFill>
                            <a:schemeClr val="tx1"/>
                          </a:solidFill>
                          <a:latin typeface="Arial" panose="020B0604020202020204" pitchFamily="34" charset="0"/>
                          <a:ea typeface="ＭＳ Ｐゴシック" panose="020B0600070205080204" pitchFamily="34" charset="-128"/>
                        </a:defRPr>
                      </a:lvl3pPr>
                      <a:lvl4pPr eaLnBrk="0" hangingPunct="0">
                        <a:lnSpc>
                          <a:spcPct val="90000"/>
                        </a:lnSpc>
                        <a:spcBef>
                          <a:spcPct val="30000"/>
                        </a:spcBef>
                        <a:buClr>
                          <a:schemeClr val="tx2"/>
                        </a:buClr>
                        <a:buSzPct val="75000"/>
                        <a:buFont typeface="Wingdings" panose="05000000000000000000" pitchFamily="2" charset="2"/>
                        <a:defRPr sz="1600">
                          <a:solidFill>
                            <a:schemeClr val="tx1"/>
                          </a:solidFill>
                          <a:latin typeface="Arial" panose="020B0604020202020204" pitchFamily="34" charset="0"/>
                          <a:ea typeface="ＭＳ Ｐゴシック" panose="020B0600070205080204" pitchFamily="34" charset="-128"/>
                        </a:defRPr>
                      </a:lvl4pPr>
                      <a:lvl5pPr eaLnBrk="0" hangingPunct="0">
                        <a:lnSpc>
                          <a:spcPct val="90000"/>
                        </a:lnSpc>
                        <a:spcBef>
                          <a:spcPct val="30000"/>
                        </a:spcBef>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5pPr>
                      <a:lvl6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6pPr>
                      <a:lvl7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7pPr>
                      <a:lvl8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8pPr>
                      <a:lvl9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lumMod val="95000"/>
                              <a:lumOff val="5000"/>
                            </a:schemeClr>
                          </a:solidFill>
                          <a:effectLst/>
                          <a:latin typeface="Calibri" panose="020F0502020204030204" pitchFamily="34" charset="0"/>
                          <a:ea typeface="Times New Roman" panose="02020603050405020304" pitchFamily="18" charset="0"/>
                          <a:cs typeface="Calibri" panose="020F0502020204030204" pitchFamily="34" charset="0"/>
                        </a:rPr>
                        <a:t>Poor resource management.</a:t>
                      </a:r>
                      <a:endParaRPr kumimoji="0" lang="en-US" altLang="en-US" sz="5400" b="0" i="0" u="none" strike="noStrike" cap="none" normalizeH="0" baseline="0">
                        <a:ln>
                          <a:noFill/>
                        </a:ln>
                        <a:solidFill>
                          <a:schemeClr val="tx1">
                            <a:lumMod val="95000"/>
                            <a:lumOff val="5000"/>
                          </a:schemeClr>
                        </a:solidFill>
                        <a:effectLst/>
                        <a:latin typeface="Arial" panose="020B0604020202020204" pitchFamily="34" charset="0"/>
                        <a:ea typeface="Times New Roman" panose="02020603050405020304" pitchFamily="18" charset="0"/>
                        <a:cs typeface="Calibri" panose="020F050202020403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lvl1pPr eaLnBrk="0" hangingPunct="0">
                        <a:lnSpc>
                          <a:spcPct val="90000"/>
                        </a:lnSpc>
                        <a:spcBef>
                          <a:spcPct val="30000"/>
                        </a:spcBef>
                        <a:buClr>
                          <a:schemeClr val="tx2"/>
                        </a:buClr>
                        <a:buSzPct val="75000"/>
                        <a:buFont typeface="Wingdings" panose="05000000000000000000" pitchFamily="2" charset="2"/>
                        <a:defRPr sz="2400">
                          <a:solidFill>
                            <a:schemeClr val="tx1"/>
                          </a:solidFill>
                          <a:latin typeface="Arial" panose="020B0604020202020204" pitchFamily="34" charset="0"/>
                          <a:ea typeface="ＭＳ Ｐゴシック" panose="020B0600070205080204" pitchFamily="34" charset="-128"/>
                        </a:defRPr>
                      </a:lvl1pPr>
                      <a:lvl2pPr eaLnBrk="0" hangingPunct="0">
                        <a:lnSpc>
                          <a:spcPct val="9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ＭＳ Ｐゴシック" panose="020B0600070205080204" pitchFamily="34" charset="-128"/>
                        </a:defRPr>
                      </a:lvl2pPr>
                      <a:lvl3pPr eaLnBrk="0" hangingPunct="0">
                        <a:lnSpc>
                          <a:spcPct val="90000"/>
                        </a:lnSpc>
                        <a:spcBef>
                          <a:spcPct val="30000"/>
                        </a:spcBef>
                        <a:buClr>
                          <a:schemeClr val="tx2"/>
                        </a:buClr>
                        <a:buSzPct val="75000"/>
                        <a:buFont typeface="Wingdings" panose="05000000000000000000" pitchFamily="2" charset="2"/>
                        <a:defRPr>
                          <a:solidFill>
                            <a:schemeClr val="tx1"/>
                          </a:solidFill>
                          <a:latin typeface="Arial" panose="020B0604020202020204" pitchFamily="34" charset="0"/>
                          <a:ea typeface="ＭＳ Ｐゴシック" panose="020B0600070205080204" pitchFamily="34" charset="-128"/>
                        </a:defRPr>
                      </a:lvl3pPr>
                      <a:lvl4pPr eaLnBrk="0" hangingPunct="0">
                        <a:lnSpc>
                          <a:spcPct val="90000"/>
                        </a:lnSpc>
                        <a:spcBef>
                          <a:spcPct val="30000"/>
                        </a:spcBef>
                        <a:buClr>
                          <a:schemeClr val="tx2"/>
                        </a:buClr>
                        <a:buSzPct val="75000"/>
                        <a:buFont typeface="Wingdings" panose="05000000000000000000" pitchFamily="2" charset="2"/>
                        <a:defRPr sz="1600">
                          <a:solidFill>
                            <a:schemeClr val="tx1"/>
                          </a:solidFill>
                          <a:latin typeface="Arial" panose="020B0604020202020204" pitchFamily="34" charset="0"/>
                          <a:ea typeface="ＭＳ Ｐゴシック" panose="020B0600070205080204" pitchFamily="34" charset="-128"/>
                        </a:defRPr>
                      </a:lvl4pPr>
                      <a:lvl5pPr eaLnBrk="0" hangingPunct="0">
                        <a:lnSpc>
                          <a:spcPct val="90000"/>
                        </a:lnSpc>
                        <a:spcBef>
                          <a:spcPct val="30000"/>
                        </a:spcBef>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5pPr>
                      <a:lvl6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6pPr>
                      <a:lvl7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7pPr>
                      <a:lvl8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8pPr>
                      <a:lvl9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Times New Roman" panose="02020603050405020304" pitchFamily="18" charset="0"/>
                          <a:cs typeface="Calibri" panose="020F0502020204030204" pitchFamily="34" charset="0"/>
                        </a:rPr>
                        <a:t>Better resource management.</a:t>
                      </a:r>
                      <a:endParaRPr kumimoji="0" lang="en-US" altLang="en-US" sz="5400" b="0" i="0" u="none" strike="noStrike" cap="none" normalizeH="0" baseline="0" dirty="0">
                        <a:ln>
                          <a:noFill/>
                        </a:ln>
                        <a:solidFill>
                          <a:schemeClr val="tx1">
                            <a:lumMod val="95000"/>
                            <a:lumOff val="5000"/>
                          </a:schemeClr>
                        </a:solidFill>
                        <a:effectLst/>
                        <a:latin typeface="Arial" panose="020B0604020202020204" pitchFamily="34" charset="0"/>
                        <a:ea typeface="Times New Roman" panose="02020603050405020304" pitchFamily="18" charset="0"/>
                        <a:cs typeface="Calibri" panose="020F050202020403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3312938096"/>
                  </a:ext>
                </a:extLst>
              </a:tr>
              <a:tr h="896694">
                <a:tc>
                  <a:txBody>
                    <a:bodyPr/>
                    <a:lstStyle>
                      <a:lvl1pPr eaLnBrk="0" hangingPunct="0">
                        <a:lnSpc>
                          <a:spcPct val="90000"/>
                        </a:lnSpc>
                        <a:spcBef>
                          <a:spcPct val="30000"/>
                        </a:spcBef>
                        <a:buClr>
                          <a:schemeClr val="tx2"/>
                        </a:buClr>
                        <a:buSzPct val="75000"/>
                        <a:buFont typeface="Wingdings" panose="05000000000000000000" pitchFamily="2" charset="2"/>
                        <a:defRPr sz="2400">
                          <a:solidFill>
                            <a:schemeClr val="tx1"/>
                          </a:solidFill>
                          <a:latin typeface="Arial" panose="020B0604020202020204" pitchFamily="34" charset="0"/>
                          <a:ea typeface="ＭＳ Ｐゴシック" panose="020B0600070205080204" pitchFamily="34" charset="-128"/>
                        </a:defRPr>
                      </a:lvl1pPr>
                      <a:lvl2pPr eaLnBrk="0" hangingPunct="0">
                        <a:lnSpc>
                          <a:spcPct val="9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ＭＳ Ｐゴシック" panose="020B0600070205080204" pitchFamily="34" charset="-128"/>
                        </a:defRPr>
                      </a:lvl2pPr>
                      <a:lvl3pPr eaLnBrk="0" hangingPunct="0">
                        <a:lnSpc>
                          <a:spcPct val="90000"/>
                        </a:lnSpc>
                        <a:spcBef>
                          <a:spcPct val="30000"/>
                        </a:spcBef>
                        <a:buClr>
                          <a:schemeClr val="tx2"/>
                        </a:buClr>
                        <a:buSzPct val="75000"/>
                        <a:buFont typeface="Wingdings" panose="05000000000000000000" pitchFamily="2" charset="2"/>
                        <a:defRPr>
                          <a:solidFill>
                            <a:schemeClr val="tx1"/>
                          </a:solidFill>
                          <a:latin typeface="Arial" panose="020B0604020202020204" pitchFamily="34" charset="0"/>
                          <a:ea typeface="ＭＳ Ｐゴシック" panose="020B0600070205080204" pitchFamily="34" charset="-128"/>
                        </a:defRPr>
                      </a:lvl3pPr>
                      <a:lvl4pPr eaLnBrk="0" hangingPunct="0">
                        <a:lnSpc>
                          <a:spcPct val="90000"/>
                        </a:lnSpc>
                        <a:spcBef>
                          <a:spcPct val="30000"/>
                        </a:spcBef>
                        <a:buClr>
                          <a:schemeClr val="tx2"/>
                        </a:buClr>
                        <a:buSzPct val="75000"/>
                        <a:buFont typeface="Wingdings" panose="05000000000000000000" pitchFamily="2" charset="2"/>
                        <a:defRPr sz="1600">
                          <a:solidFill>
                            <a:schemeClr val="tx1"/>
                          </a:solidFill>
                          <a:latin typeface="Arial" panose="020B0604020202020204" pitchFamily="34" charset="0"/>
                          <a:ea typeface="ＭＳ Ｐゴシック" panose="020B0600070205080204" pitchFamily="34" charset="-128"/>
                        </a:defRPr>
                      </a:lvl4pPr>
                      <a:lvl5pPr eaLnBrk="0" hangingPunct="0">
                        <a:lnSpc>
                          <a:spcPct val="90000"/>
                        </a:lnSpc>
                        <a:spcBef>
                          <a:spcPct val="30000"/>
                        </a:spcBef>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5pPr>
                      <a:lvl6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6pPr>
                      <a:lvl7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7pPr>
                      <a:lvl8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8pPr>
                      <a:lvl9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Times New Roman" panose="02020603050405020304" pitchFamily="18" charset="0"/>
                          <a:cs typeface="Calibri" panose="020F0502020204030204" pitchFamily="34" charset="0"/>
                        </a:rPr>
                        <a:t>The lowest level of system software has to be modified.</a:t>
                      </a:r>
                      <a:endParaRPr kumimoji="0" lang="en-US" altLang="en-US" sz="5400" b="0" i="0" u="none" strike="noStrike" cap="none" normalizeH="0" baseline="0" dirty="0">
                        <a:ln>
                          <a:noFill/>
                        </a:ln>
                        <a:solidFill>
                          <a:schemeClr val="tx1">
                            <a:lumMod val="95000"/>
                            <a:lumOff val="5000"/>
                          </a:schemeClr>
                        </a:solidFill>
                        <a:effectLst/>
                        <a:latin typeface="Arial" panose="020B0604020202020204" pitchFamily="34" charset="0"/>
                        <a:ea typeface="Times New Roman" panose="02020603050405020304" pitchFamily="18" charset="0"/>
                        <a:cs typeface="Calibri" panose="020F050202020403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lvl1pPr eaLnBrk="0" hangingPunct="0">
                        <a:lnSpc>
                          <a:spcPct val="90000"/>
                        </a:lnSpc>
                        <a:spcBef>
                          <a:spcPct val="30000"/>
                        </a:spcBef>
                        <a:buClr>
                          <a:schemeClr val="tx2"/>
                        </a:buClr>
                        <a:buSzPct val="75000"/>
                        <a:buFont typeface="Wingdings" panose="05000000000000000000" pitchFamily="2" charset="2"/>
                        <a:defRPr sz="2400">
                          <a:solidFill>
                            <a:schemeClr val="tx1"/>
                          </a:solidFill>
                          <a:latin typeface="Arial" panose="020B0604020202020204" pitchFamily="34" charset="0"/>
                          <a:ea typeface="ＭＳ Ｐゴシック" panose="020B0600070205080204" pitchFamily="34" charset="-128"/>
                        </a:defRPr>
                      </a:lvl1pPr>
                      <a:lvl2pPr eaLnBrk="0" hangingPunct="0">
                        <a:lnSpc>
                          <a:spcPct val="90000"/>
                        </a:lnSpc>
                        <a:spcBef>
                          <a:spcPct val="30000"/>
                        </a:spcBef>
                        <a:buClr>
                          <a:schemeClr val="tx2"/>
                        </a:buClr>
                        <a:buSzPct val="75000"/>
                        <a:buFont typeface="Wingdings" panose="05000000000000000000" pitchFamily="2" charset="2"/>
                        <a:defRPr sz="2000">
                          <a:solidFill>
                            <a:schemeClr val="tx1"/>
                          </a:solidFill>
                          <a:latin typeface="Arial" panose="020B0604020202020204" pitchFamily="34" charset="0"/>
                          <a:ea typeface="ＭＳ Ｐゴシック" panose="020B0600070205080204" pitchFamily="34" charset="-128"/>
                        </a:defRPr>
                      </a:lvl2pPr>
                      <a:lvl3pPr eaLnBrk="0" hangingPunct="0">
                        <a:lnSpc>
                          <a:spcPct val="90000"/>
                        </a:lnSpc>
                        <a:spcBef>
                          <a:spcPct val="30000"/>
                        </a:spcBef>
                        <a:buClr>
                          <a:schemeClr val="tx2"/>
                        </a:buClr>
                        <a:buSzPct val="75000"/>
                        <a:buFont typeface="Wingdings" panose="05000000000000000000" pitchFamily="2" charset="2"/>
                        <a:defRPr>
                          <a:solidFill>
                            <a:schemeClr val="tx1"/>
                          </a:solidFill>
                          <a:latin typeface="Arial" panose="020B0604020202020204" pitchFamily="34" charset="0"/>
                          <a:ea typeface="ＭＳ Ｐゴシック" panose="020B0600070205080204" pitchFamily="34" charset="-128"/>
                        </a:defRPr>
                      </a:lvl3pPr>
                      <a:lvl4pPr eaLnBrk="0" hangingPunct="0">
                        <a:lnSpc>
                          <a:spcPct val="90000"/>
                        </a:lnSpc>
                        <a:spcBef>
                          <a:spcPct val="30000"/>
                        </a:spcBef>
                        <a:buClr>
                          <a:schemeClr val="tx2"/>
                        </a:buClr>
                        <a:buSzPct val="75000"/>
                        <a:buFont typeface="Wingdings" panose="05000000000000000000" pitchFamily="2" charset="2"/>
                        <a:defRPr sz="1600">
                          <a:solidFill>
                            <a:schemeClr val="tx1"/>
                          </a:solidFill>
                          <a:latin typeface="Arial" panose="020B0604020202020204" pitchFamily="34" charset="0"/>
                          <a:ea typeface="ＭＳ Ｐゴシック" panose="020B0600070205080204" pitchFamily="34" charset="-128"/>
                        </a:defRPr>
                      </a:lvl4pPr>
                      <a:lvl5pPr eaLnBrk="0" hangingPunct="0">
                        <a:lnSpc>
                          <a:spcPct val="90000"/>
                        </a:lnSpc>
                        <a:spcBef>
                          <a:spcPct val="30000"/>
                        </a:spcBef>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5pPr>
                      <a:lvl6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6pPr>
                      <a:lvl7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7pPr>
                      <a:lvl8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8pPr>
                      <a:lvl9pPr eaLnBrk="0" fontAlgn="base" hangingPunct="0">
                        <a:lnSpc>
                          <a:spcPct val="90000"/>
                        </a:lnSpc>
                        <a:spcBef>
                          <a:spcPct val="30000"/>
                        </a:spcBef>
                        <a:spcAft>
                          <a:spcPct val="0"/>
                        </a:spcAft>
                        <a:buClr>
                          <a:schemeClr val="tx2"/>
                        </a:buClr>
                        <a:buSzPct val="75000"/>
                        <a:buFont typeface="Wingdings" panose="05000000000000000000" pitchFamily="2" charset="2"/>
                        <a:defRPr sz="1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lumMod val="95000"/>
                              <a:lumOff val="5000"/>
                            </a:schemeClr>
                          </a:solidFill>
                          <a:effectLst/>
                          <a:latin typeface="Calibri" panose="020F0502020204030204" pitchFamily="34" charset="0"/>
                          <a:ea typeface="Times New Roman" panose="02020603050405020304" pitchFamily="18" charset="0"/>
                          <a:cs typeface="Calibri" panose="020F0502020204030204" pitchFamily="34" charset="0"/>
                        </a:rPr>
                        <a:t>The lowest level of system software need not be modified.</a:t>
                      </a:r>
                      <a:endParaRPr kumimoji="0" lang="en-US" altLang="en-US" sz="5400" b="0" i="0" u="none" strike="noStrike" cap="none" normalizeH="0" baseline="0" dirty="0">
                        <a:ln>
                          <a:noFill/>
                        </a:ln>
                        <a:solidFill>
                          <a:schemeClr val="tx1">
                            <a:lumMod val="95000"/>
                            <a:lumOff val="5000"/>
                          </a:schemeClr>
                        </a:solidFill>
                        <a:effectLst/>
                        <a:latin typeface="Arial" panose="020B0604020202020204" pitchFamily="34" charset="0"/>
                        <a:ea typeface="Times New Roman" panose="02020603050405020304" pitchFamily="18" charset="0"/>
                        <a:cs typeface="Calibri" panose="020F050202020403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3302186465"/>
                  </a:ext>
                </a:extLst>
              </a:tr>
            </a:tbl>
          </a:graphicData>
        </a:graphic>
      </p:graphicFrame>
      <p:sp>
        <p:nvSpPr>
          <p:cNvPr id="4" name="Rectangle 2">
            <a:extLst>
              <a:ext uri="{FF2B5EF4-FFF2-40B4-BE49-F238E27FC236}">
                <a16:creationId xmlns:a16="http://schemas.microsoft.com/office/drawing/2014/main" id="{93B503CC-94C2-7381-83A6-7D6731197DAF}"/>
              </a:ext>
            </a:extLst>
          </p:cNvPr>
          <p:cNvSpPr>
            <a:spLocks noChangeArrowheads="1"/>
          </p:cNvSpPr>
          <p:nvPr/>
        </p:nvSpPr>
        <p:spPr bwMode="auto">
          <a:xfrm>
            <a:off x="2445463" y="306819"/>
            <a:ext cx="6269912" cy="461665"/>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nchor="ctr">
            <a:spAutoFit/>
          </a:bodyPr>
          <a:lstStyle/>
          <a:p>
            <a:pPr algn="ctr" eaLnBrk="0" hangingPunct="0"/>
            <a:r>
              <a:rPr lang="en-US" altLang="en-US" sz="2400" b="1" dirty="0">
                <a:solidFill>
                  <a:schemeClr val="tx1">
                    <a:lumMod val="95000"/>
                    <a:lumOff val="5000"/>
                  </a:schemeClr>
                </a:solidFill>
                <a:latin typeface="Calibri" panose="020F0502020204030204" pitchFamily="34" charset="0"/>
                <a:ea typeface="Times New Roman" panose="02020603050405020304" pitchFamily="18" charset="0"/>
                <a:cs typeface="Calibri" panose="020F0502020204030204" pitchFamily="34" charset="0"/>
              </a:rPr>
              <a:t>Virtual  Cores vs. Physical Processor Cores</a:t>
            </a:r>
            <a:endParaRPr lang="en-US" altLang="en-US" sz="2400" b="1" dirty="0">
              <a:solidFill>
                <a:schemeClr val="tx1">
                  <a:lumMod val="95000"/>
                  <a:lumOff val="5000"/>
                </a:schemeClr>
              </a:solidFill>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42186624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964C4FB-8A7A-2B46-53AC-F5FA9A11FEDB}"/>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9C0E499A-46C3-DDD8-FB28-F3F086B5CAD1}"/>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7AF1EED1-F5AB-D0BB-C307-31C29BE2BB96}"/>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B4DE79C2-8EB5-A115-7B99-37331FE78EF6}"/>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57FB29B4-CDA1-1159-06CC-65E8019814ED}"/>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BBB14C16-6D29-738D-6C57-54634923C61D}"/>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7077A946-8F24-FB4A-E33A-EECE1142494D}"/>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57BE7C40-67C5-6F55-ABBD-E5EE5C7C4E78}"/>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EEED069A-66D2-C219-C13E-C282719D5F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068" y="296677"/>
            <a:ext cx="6163730" cy="598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2">
            <a:extLst>
              <a:ext uri="{FF2B5EF4-FFF2-40B4-BE49-F238E27FC236}">
                <a16:creationId xmlns:a16="http://schemas.microsoft.com/office/drawing/2014/main" id="{BE422866-D332-07E5-D8AF-BDEB8DE1802A}"/>
              </a:ext>
            </a:extLst>
          </p:cNvPr>
          <p:cNvSpPr txBox="1">
            <a:spLocks noChangeArrowheads="1"/>
          </p:cNvSpPr>
          <p:nvPr/>
        </p:nvSpPr>
        <p:spPr bwMode="auto">
          <a:xfrm>
            <a:off x="9090212" y="1156447"/>
            <a:ext cx="1631682" cy="2451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30000"/>
              </a:lnSpc>
              <a:spcBef>
                <a:spcPct val="50000"/>
              </a:spcBef>
            </a:pPr>
            <a:r>
              <a:rPr lang="en-US" altLang="en-US" sz="2000" dirty="0">
                <a:solidFill>
                  <a:schemeClr val="tx1">
                    <a:lumMod val="95000"/>
                    <a:lumOff val="5000"/>
                  </a:schemeClr>
                </a:solidFill>
                <a:effectLst>
                  <a:outerShdw blurRad="38100" dist="38100" dir="2700000" algn="tl">
                    <a:srgbClr val="000000"/>
                  </a:outerShdw>
                </a:effectLst>
              </a:rPr>
              <a:t>Binary Translation of Guest OS Requests using a VMM: </a:t>
            </a:r>
          </a:p>
        </p:txBody>
      </p:sp>
    </p:spTree>
    <p:extLst>
      <p:ext uri="{BB962C8B-B14F-4D97-AF65-F5344CB8AC3E}">
        <p14:creationId xmlns:p14="http://schemas.microsoft.com/office/powerpoint/2010/main" val="23682723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042BBEFA-EEC2-F29C-C3BE-F8724C574DF1}"/>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394401D8-0BBE-C53C-30C9-85BD9EE073EA}"/>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7542DA87-F47E-9533-72CD-025EAAE04912}"/>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5BCE5380-D5F1-E632-4C51-A73E88E5C2EF}"/>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2C27AB9B-1FC9-5F5A-3241-6E0966048DD1}"/>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E5B26810-B409-ECCF-AC0B-F05D5D8031C0}"/>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096F281E-30B2-29D2-4499-2C41995A2A35}"/>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0F1EA4E1-23DF-9909-32E7-F60A6DBA6FA9}"/>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7C8BEF4B-85D8-328B-25EC-8E6FDD2A70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1428" y="428623"/>
            <a:ext cx="7721600" cy="600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95256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8864C501-EF01-E1D8-2570-CB5F18BFA645}"/>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20CB5741-27F0-A88E-6B1D-6F806BDBCC8F}"/>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1FB2D28E-A5E3-B0A7-36A0-235F37E939E8}"/>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A01CB02D-289D-7A08-5E9C-39F981E29CBE}"/>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109FAD57-A3CC-11D7-2956-B9DD0B4090A2}"/>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3C6D0723-312A-43EA-BD3F-E5CB8DC161DD}"/>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3F336C48-334D-488D-C3B9-043A724EC7CB}"/>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456C6926-B5CE-1F2B-9E65-A9F477AEE330}"/>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770A2EF3-7EC5-DC30-5B67-42C495D684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5860" y="934399"/>
            <a:ext cx="8629650" cy="5466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4">
            <a:extLst>
              <a:ext uri="{FF2B5EF4-FFF2-40B4-BE49-F238E27FC236}">
                <a16:creationId xmlns:a16="http://schemas.microsoft.com/office/drawing/2014/main" id="{1F764DAF-AA84-F2F2-452E-4899909EB712}"/>
              </a:ext>
            </a:extLst>
          </p:cNvPr>
          <p:cNvSpPr txBox="1">
            <a:spLocks noChangeArrowheads="1"/>
          </p:cNvSpPr>
          <p:nvPr/>
        </p:nvSpPr>
        <p:spPr bwMode="auto">
          <a:xfrm>
            <a:off x="2756646" y="349624"/>
            <a:ext cx="497289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3200" dirty="0" err="1">
                <a:solidFill>
                  <a:schemeClr val="tx1">
                    <a:lumMod val="95000"/>
                    <a:lumOff val="5000"/>
                  </a:schemeClr>
                </a:solidFill>
                <a:effectLst>
                  <a:outerShdw blurRad="38100" dist="38100" dir="2700000" algn="tl">
                    <a:srgbClr val="000000"/>
                  </a:outerShdw>
                </a:effectLst>
              </a:rPr>
              <a:t>Hypercall</a:t>
            </a:r>
            <a:r>
              <a:rPr lang="en-US" altLang="en-US" sz="3200" dirty="0">
                <a:solidFill>
                  <a:schemeClr val="tx1">
                    <a:lumMod val="95000"/>
                    <a:lumOff val="5000"/>
                  </a:schemeClr>
                </a:solidFill>
                <a:effectLst>
                  <a:outerShdw blurRad="38100" dist="38100" dir="2700000" algn="tl">
                    <a:srgbClr val="000000"/>
                  </a:outerShdw>
                </a:effectLst>
              </a:rPr>
              <a:t> Execution</a:t>
            </a:r>
          </a:p>
        </p:txBody>
      </p:sp>
    </p:spTree>
    <p:extLst>
      <p:ext uri="{BB962C8B-B14F-4D97-AF65-F5344CB8AC3E}">
        <p14:creationId xmlns:p14="http://schemas.microsoft.com/office/powerpoint/2010/main" val="25560392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2A271BF-950B-D2B4-944B-29CE93F6E3B4}"/>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1F8B95D2-3955-2757-5600-727E7715A816}"/>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A20114DB-4453-0C59-8096-7E3F10E1CFC0}"/>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70CCFEED-36D3-316B-AFF4-8EB9E02596C9}"/>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6B773AA6-5194-D207-4701-858370FA7C25}"/>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9C69AECF-F2E2-B872-0F5F-0F42C9A63C36}"/>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7E8B6F17-3D51-DA60-3B49-F4FB0F031410}"/>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F9DF9734-278E-244D-7806-7BAED9E73B37}"/>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4">
            <a:extLst>
              <a:ext uri="{FF2B5EF4-FFF2-40B4-BE49-F238E27FC236}">
                <a16:creationId xmlns:a16="http://schemas.microsoft.com/office/drawing/2014/main" id="{590C2380-28A8-4986-918E-EB28C4A8B8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7557" y="1047750"/>
            <a:ext cx="8694737" cy="491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1632DB52-BB6D-D402-BBD8-24BB131489CD}"/>
              </a:ext>
            </a:extLst>
          </p:cNvPr>
          <p:cNvSpPr txBox="1"/>
          <p:nvPr/>
        </p:nvSpPr>
        <p:spPr>
          <a:xfrm>
            <a:off x="3294528" y="255494"/>
            <a:ext cx="6763872" cy="461665"/>
          </a:xfrm>
          <a:prstGeom prst="rect">
            <a:avLst/>
          </a:prstGeom>
          <a:noFill/>
        </p:spPr>
        <p:txBody>
          <a:bodyPr wrap="square">
            <a:spAutoFit/>
          </a:bodyPr>
          <a:lstStyle/>
          <a:p>
            <a:pPr>
              <a:spcBef>
                <a:spcPct val="50000"/>
              </a:spcBef>
            </a:pPr>
            <a:r>
              <a:rPr lang="en-US" altLang="en-US" sz="2400" dirty="0">
                <a:solidFill>
                  <a:schemeClr val="tx1">
                    <a:lumMod val="95000"/>
                    <a:lumOff val="5000"/>
                  </a:schemeClr>
                </a:solidFill>
                <a:effectLst>
                  <a:outerShdw blurRad="38100" dist="38100" dir="2700000" algn="tl">
                    <a:srgbClr val="000000"/>
                  </a:outerShdw>
                </a:effectLst>
              </a:rPr>
              <a:t>VMWare ESX Server for Para-Virtualization</a:t>
            </a:r>
          </a:p>
        </p:txBody>
      </p:sp>
    </p:spTree>
    <p:extLst>
      <p:ext uri="{BB962C8B-B14F-4D97-AF65-F5344CB8AC3E}">
        <p14:creationId xmlns:p14="http://schemas.microsoft.com/office/powerpoint/2010/main" val="42448385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1E2EED0-3502-7216-FA6D-A173A63E1767}"/>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4649A61D-6473-7986-1185-8A691DE7AB37}"/>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C27B4273-E1A4-8B4D-E205-15821CA1CDE6}"/>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F436CD19-BF1F-28D0-A7F2-73EE3D67269D}"/>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1A16C127-70FC-FED4-F99B-F31FCDDBA99A}"/>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93603726-595B-F17B-547E-314A13D75CF9}"/>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856ACDA4-1C8A-64BA-B718-08057166FD68}"/>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2203C3F0-DC74-56C3-5D79-1F5D475A33C2}"/>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0DA198DE-11D0-B60F-041A-C1CCB8D7BB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4483" y="971037"/>
            <a:ext cx="8747812" cy="523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00836E8C-67F2-07C7-45A1-EC109FA31B98}"/>
              </a:ext>
            </a:extLst>
          </p:cNvPr>
          <p:cNvSpPr txBox="1"/>
          <p:nvPr/>
        </p:nvSpPr>
        <p:spPr>
          <a:xfrm>
            <a:off x="2973337" y="188260"/>
            <a:ext cx="6167301" cy="461665"/>
          </a:xfrm>
          <a:prstGeom prst="rect">
            <a:avLst/>
          </a:prstGeom>
          <a:noFill/>
        </p:spPr>
        <p:txBody>
          <a:bodyPr wrap="square">
            <a:spAutoFit/>
          </a:bodyPr>
          <a:lstStyle/>
          <a:p>
            <a:r>
              <a:rPr lang="en-US" altLang="en-US" sz="2400" b="1" dirty="0">
                <a:solidFill>
                  <a:schemeClr val="tx1">
                    <a:lumMod val="95000"/>
                    <a:lumOff val="5000"/>
                  </a:schemeClr>
                </a:solidFill>
              </a:rPr>
              <a:t>Virtualization Support at Intel</a:t>
            </a:r>
            <a:endParaRPr lang="en-US" altLang="en-US" sz="2400" b="1" i="1" dirty="0">
              <a:solidFill>
                <a:schemeClr val="tx1">
                  <a:lumMod val="95000"/>
                  <a:lumOff val="5000"/>
                </a:schemeClr>
              </a:solidFill>
            </a:endParaRPr>
          </a:p>
        </p:txBody>
      </p:sp>
    </p:spTree>
    <p:extLst>
      <p:ext uri="{BB962C8B-B14F-4D97-AF65-F5344CB8AC3E}">
        <p14:creationId xmlns:p14="http://schemas.microsoft.com/office/powerpoint/2010/main" val="30080851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DE3F0F4D-8FD5-8E38-F9C1-0761DD707FC6}"/>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4409EFEF-F1FD-B73A-1B37-2D587FA135FD}"/>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D7D3CB59-8162-8190-A9E5-70E91AA2095A}"/>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469B3E63-88B2-CB3D-D762-F6306A66EA81}"/>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E90D68E4-C76F-0907-45CF-99A0389F72C0}"/>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8D22CDDB-FC19-ABD9-0AC6-7A771A857923}"/>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754FAEE7-45B7-1A7C-DDDC-C73A7B1497FD}"/>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256F8870-A781-69C0-9BA5-C288D00DD5C9}"/>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4017DD6A-A38A-A5EB-774D-ACAF34E039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2498984" y="739457"/>
            <a:ext cx="8139113" cy="4518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Tree>
    <p:extLst>
      <p:ext uri="{BB962C8B-B14F-4D97-AF65-F5344CB8AC3E}">
        <p14:creationId xmlns:p14="http://schemas.microsoft.com/office/powerpoint/2010/main" val="49025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945CC495-C336-B4F8-A82F-D3D70D623D9A}"/>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F23BAEA0-77EC-B00B-F640-39CC646AAA72}"/>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C80F9400-322B-5935-4E22-44192ED72815}"/>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686CFE54-3391-C529-5F0C-279AAA3A7279}"/>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2DADC069-B723-5F4B-053A-4D7EC86F5B1A}"/>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4607172D-6340-EF7C-FCE5-EB2993A4E9D6}"/>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0F587457-C1FE-19C8-2F20-C7CAD23D303E}"/>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B2B23B63-E545-DC26-58A3-90E78D8AF6A9}"/>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C1C64598-B09A-33F2-569D-09AE58DFB3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9676" r="14912" b="13184"/>
          <a:stretch>
            <a:fillRect/>
          </a:stretch>
        </p:blipFill>
        <p:spPr bwMode="auto">
          <a:xfrm>
            <a:off x="2712850" y="852675"/>
            <a:ext cx="8202612" cy="4324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31485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FCA8EC93-7F4E-8734-0845-DE1BA5569C56}"/>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0D085E9D-CB10-E8C4-49A7-350A17D758FA}"/>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B6767C5F-DB41-A60C-9EB2-44308740C0D9}"/>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7DCDA5AE-6B31-258B-EF14-4F826DF62A79}"/>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049E6FCD-80DC-1ED2-F5D0-AA3BDE334305}"/>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0609201D-2856-04B6-BBBE-66DA782A7CAC}"/>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E56C7821-08CC-2F41-AE6C-326ED59AF517}"/>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21C7F4D6-783E-EA7F-566F-D0FCCA90F680}"/>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7868F401-EBF2-4500-F19D-93B1E90A8B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2850" y="96520"/>
            <a:ext cx="8709025" cy="580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98568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C5E51549-00F6-F996-FB9A-6E6FBA5DE769}"/>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73DB3B58-C993-39D0-E64A-18510A983612}"/>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26E3E924-BCC3-A221-9EA5-C0FABE162A68}"/>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D818E497-56A0-A838-4877-3D8AFEE12187}"/>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7DE82F5C-B83B-662A-8071-E8A328F15F40}"/>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F39BAD9E-6781-011C-5B5F-DB563D37EE61}"/>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50381535-7C8E-E695-3853-79D0FB8721D3}"/>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87FC8006-1CC2-741B-D100-CD604C82E4FA}"/>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B92A01A6-26AF-4358-8429-30EB380901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3070" y="176213"/>
            <a:ext cx="8805796" cy="620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6293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2A382CAC-1C53-8FAE-4136-39CC233AD6D4}"/>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4BA9BE4B-B38D-B6E8-550B-3D788C772229}"/>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651452CE-A324-2003-2CF6-17447ED6E3FC}"/>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12BD7C66-4396-71A9-03A5-D9EEE3F77AC7}"/>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FECFFFF8-FE39-F7CB-C8F1-C8E5574FB9C8}"/>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7D87122E-3CC5-4E2B-F581-23C557ED5F9B}"/>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28965937-D645-A89F-FA41-F36C3C51BCB6}"/>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6D9A0F5C-E192-C486-4854-F031069227ED}"/>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CFE38CA6-0F02-B132-24A7-7BCB1EDAD6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0457" y="463658"/>
            <a:ext cx="8666957" cy="548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1561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2554A1F2-9DB8-B3FC-7642-01E971DAA22B}"/>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44CF5BE5-8C5C-2516-44EB-1E63468BE2BC}"/>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EE42556E-2280-C65F-37C6-EB8A6ADBA1EE}"/>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8FDBFAA4-D510-6B20-5336-57ADF943A6E4}"/>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B51E3BB9-F122-A11A-2827-C4C27F7DD814}"/>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ACFD0206-E368-50DB-02BA-55615AB9BCD2}"/>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F5D4E540-F7EA-6177-B7DD-E7BE29324E09}"/>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5B73B8D3-18D9-9B21-CC56-3B7E3C0D3D53}"/>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19B62A3F-F6E0-8927-CC15-8CF8F34E01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730" y="112246"/>
            <a:ext cx="8515350" cy="620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84218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1EE3522-56E8-EDD7-F78D-6368D123B600}"/>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F6793424-2875-C5DF-F223-D86D603A1B13}"/>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8FB6D741-2377-B620-AE2F-7BAA391C8CC0}"/>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A207CDA5-0B78-A9CA-A99F-DB7FB28D3443}"/>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96E8F963-B5AE-DEEE-E8C2-4026663F682F}"/>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CA482A97-3B6B-D5B0-D707-F2B8450C9BA1}"/>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0C99ED34-D2EF-AC39-18E2-C0F5B0DC40F7}"/>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610CE804-0DC9-2413-F26F-0A887A656339}"/>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A6D6B98F-4D1C-2600-B51F-D961391D00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3086950" y="585786"/>
            <a:ext cx="7843838" cy="5438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spTree>
    <p:extLst>
      <p:ext uri="{BB962C8B-B14F-4D97-AF65-F5344CB8AC3E}">
        <p14:creationId xmlns:p14="http://schemas.microsoft.com/office/powerpoint/2010/main" val="28548720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923FB1A8-C06B-AF64-E8FC-9D1F14136E69}"/>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746BB416-7444-614E-0B32-2C265A747A69}"/>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05470604-6D6E-2B5F-B97E-061ED5E201B0}"/>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BFC39E37-A3D9-BD20-50C4-8348149747C3}"/>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FCE0059F-9562-B120-7C69-6FDFF7625E75}"/>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3ECFF9A4-93B2-91CE-C722-C87E747830F8}"/>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5940B630-39FC-F1E4-EC08-DF1844A92B01}"/>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E34C2351-D8AA-4741-5FA0-487C2A3EFA65}"/>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469DBA4C-3DB4-9684-0A3A-720D0183AB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9931" y="228400"/>
            <a:ext cx="8081963" cy="611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26004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7612735C-6AD6-3EFF-0FA0-DCD8A81FB258}"/>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ACA0464B-0E34-D9C3-E898-16A464A7C71B}"/>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7CB5CBDE-44F9-7ED8-BEF1-A62472B2644E}"/>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029AC364-21ED-EFE8-F705-AFADCB3D3D8C}"/>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60E300CA-D938-89BD-EA96-F5B08183CB47}"/>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021E7C98-FD05-3D9E-0990-B7722D7D3FA5}"/>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6D937951-1F64-2333-3634-C131E183C117}"/>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ECB35072-D702-0850-4333-820B9780F2B3}"/>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3">
            <a:extLst>
              <a:ext uri="{FF2B5EF4-FFF2-40B4-BE49-F238E27FC236}">
                <a16:creationId xmlns:a16="http://schemas.microsoft.com/office/drawing/2014/main" id="{036B386D-65E2-DA52-F6DA-520EF0469CB1}"/>
              </a:ext>
            </a:extLst>
          </p:cNvPr>
          <p:cNvSpPr txBox="1">
            <a:spLocks noChangeArrowheads="1"/>
          </p:cNvSpPr>
          <p:nvPr/>
        </p:nvSpPr>
        <p:spPr bwMode="auto">
          <a:xfrm>
            <a:off x="2895730" y="389965"/>
            <a:ext cx="7826164" cy="4998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800" dirty="0">
                <a:solidFill>
                  <a:schemeClr val="accent2">
                    <a:lumMod val="50000"/>
                  </a:schemeClr>
                </a:solidFill>
                <a:effectLst>
                  <a:outerShdw blurRad="38100" dist="38100" dir="2700000" algn="tl">
                    <a:srgbClr val="000000"/>
                  </a:outerShdw>
                </a:effectLst>
              </a:rPr>
              <a:t>Conclusions on CPU, Memory </a:t>
            </a:r>
            <a:br>
              <a:rPr lang="en-US" altLang="en-US" sz="2800" dirty="0">
                <a:solidFill>
                  <a:schemeClr val="accent2">
                    <a:lumMod val="50000"/>
                  </a:schemeClr>
                </a:solidFill>
                <a:effectLst>
                  <a:outerShdw blurRad="38100" dist="38100" dir="2700000" algn="tl">
                    <a:srgbClr val="000000"/>
                  </a:outerShdw>
                </a:effectLst>
              </a:rPr>
            </a:br>
            <a:r>
              <a:rPr lang="en-US" altLang="en-US" sz="2800" dirty="0">
                <a:solidFill>
                  <a:schemeClr val="accent2">
                    <a:lumMod val="50000"/>
                  </a:schemeClr>
                </a:solidFill>
                <a:effectLst>
                  <a:outerShdw blurRad="38100" dist="38100" dir="2700000" algn="tl">
                    <a:srgbClr val="000000"/>
                  </a:outerShdw>
                </a:effectLst>
              </a:rPr>
              <a:t>and I/O Virtualization :</a:t>
            </a:r>
          </a:p>
          <a:p>
            <a:pPr>
              <a:spcBef>
                <a:spcPct val="50000"/>
              </a:spcBef>
              <a:buClr>
                <a:srgbClr val="FF0000"/>
              </a:buClr>
              <a:buSzPct val="125000"/>
              <a:buFont typeface="Wingdings" panose="05000000000000000000" pitchFamily="2" charset="2"/>
              <a:buChar char="§"/>
            </a:pPr>
            <a:r>
              <a:rPr lang="en-US" altLang="en-US" dirty="0">
                <a:solidFill>
                  <a:srgbClr val="FFFF00"/>
                </a:solidFill>
                <a:effectLst>
                  <a:outerShdw blurRad="38100" dist="38100" dir="2700000" algn="tl">
                    <a:srgbClr val="000000"/>
                  </a:outerShdw>
                </a:effectLst>
              </a:rPr>
              <a:t>  </a:t>
            </a:r>
            <a:r>
              <a:rPr lang="en-US" altLang="en-US" sz="2000" dirty="0">
                <a:effectLst>
                  <a:outerShdw blurRad="38100" dist="38100" dir="2700000" algn="tl">
                    <a:srgbClr val="000000"/>
                  </a:outerShdw>
                </a:effectLst>
              </a:rPr>
              <a:t>CPU virtualization demands hardware-assisted traps of </a:t>
            </a:r>
            <a:br>
              <a:rPr lang="en-US" altLang="en-US" sz="2000" dirty="0">
                <a:effectLst>
                  <a:outerShdw blurRad="38100" dist="38100" dir="2700000" algn="tl">
                    <a:srgbClr val="000000"/>
                  </a:outerShdw>
                </a:effectLst>
              </a:rPr>
            </a:br>
            <a:r>
              <a:rPr lang="en-US" altLang="en-US" sz="2000" dirty="0">
                <a:effectLst>
                  <a:outerShdw blurRad="38100" dist="38100" dir="2700000" algn="tl">
                    <a:srgbClr val="000000"/>
                  </a:outerShdw>
                </a:effectLst>
              </a:rPr>
              <a:t>      sensitive instructions by the VMM</a:t>
            </a:r>
          </a:p>
          <a:p>
            <a:pPr>
              <a:lnSpc>
                <a:spcPct val="140000"/>
              </a:lnSpc>
              <a:spcBef>
                <a:spcPct val="50000"/>
              </a:spcBef>
              <a:buClr>
                <a:srgbClr val="FF0000"/>
              </a:buClr>
              <a:buSzPct val="125000"/>
              <a:buFont typeface="Wingdings" panose="05000000000000000000" pitchFamily="2" charset="2"/>
              <a:buChar char="§"/>
            </a:pPr>
            <a:r>
              <a:rPr lang="en-US" altLang="en-US" sz="2000" dirty="0">
                <a:effectLst>
                  <a:outerShdw blurRad="38100" dist="38100" dir="2700000" algn="tl">
                    <a:srgbClr val="000000"/>
                  </a:outerShdw>
                </a:effectLst>
              </a:rPr>
              <a:t>    Memory  virtualization demands special hardware  support </a:t>
            </a:r>
            <a:br>
              <a:rPr lang="en-US" altLang="en-US" sz="2000" dirty="0">
                <a:effectLst>
                  <a:outerShdw blurRad="38100" dist="38100" dir="2700000" algn="tl">
                    <a:srgbClr val="000000"/>
                  </a:outerShdw>
                </a:effectLst>
              </a:rPr>
            </a:br>
            <a:r>
              <a:rPr lang="en-US" altLang="en-US" sz="2000" dirty="0">
                <a:effectLst>
                  <a:outerShdw blurRad="38100" dist="38100" dir="2700000" algn="tl">
                    <a:srgbClr val="000000"/>
                  </a:outerShdw>
                </a:effectLst>
              </a:rPr>
              <a:t>     (shadow page tables by VMWare or extended page table by </a:t>
            </a:r>
            <a:br>
              <a:rPr lang="en-US" altLang="en-US" sz="2000" dirty="0">
                <a:effectLst>
                  <a:outerShdw blurRad="38100" dist="38100" dir="2700000" algn="tl">
                    <a:srgbClr val="000000"/>
                  </a:outerShdw>
                </a:effectLst>
              </a:rPr>
            </a:br>
            <a:r>
              <a:rPr lang="en-US" altLang="en-US" sz="2000" dirty="0">
                <a:effectLst>
                  <a:outerShdw blurRad="38100" dist="38100" dir="2700000" algn="tl">
                    <a:srgbClr val="000000"/>
                  </a:outerShdw>
                </a:effectLst>
              </a:rPr>
              <a:t>     Intel) to help translate virtual address into physical address </a:t>
            </a:r>
            <a:br>
              <a:rPr lang="en-US" altLang="en-US" sz="2000" dirty="0">
                <a:effectLst>
                  <a:outerShdw blurRad="38100" dist="38100" dir="2700000" algn="tl">
                    <a:srgbClr val="000000"/>
                  </a:outerShdw>
                </a:effectLst>
              </a:rPr>
            </a:br>
            <a:r>
              <a:rPr lang="en-US" altLang="en-US" sz="2000" dirty="0">
                <a:effectLst>
                  <a:outerShdw blurRad="38100" dist="38100" dir="2700000" algn="tl">
                    <a:srgbClr val="000000"/>
                  </a:outerShdw>
                </a:effectLst>
              </a:rPr>
              <a:t>     and machine memory in two stages. </a:t>
            </a:r>
          </a:p>
          <a:p>
            <a:pPr>
              <a:lnSpc>
                <a:spcPct val="140000"/>
              </a:lnSpc>
              <a:spcBef>
                <a:spcPct val="50000"/>
              </a:spcBef>
              <a:buClr>
                <a:srgbClr val="FF0000"/>
              </a:buClr>
              <a:buSzPct val="125000"/>
              <a:buFont typeface="Wingdings" panose="05000000000000000000" pitchFamily="2" charset="2"/>
              <a:buChar char="§"/>
            </a:pPr>
            <a:r>
              <a:rPr lang="en-US" altLang="en-US" sz="2000" dirty="0">
                <a:effectLst>
                  <a:outerShdw blurRad="38100" dist="38100" dir="2700000" algn="tl">
                    <a:srgbClr val="000000"/>
                  </a:outerShdw>
                </a:effectLst>
              </a:rPr>
              <a:t>     I/O virtualization is the most difficult one to realize due to</a:t>
            </a:r>
            <a:br>
              <a:rPr lang="en-US" altLang="en-US" sz="2000" dirty="0">
                <a:effectLst>
                  <a:outerShdw blurRad="38100" dist="38100" dir="2700000" algn="tl">
                    <a:srgbClr val="000000"/>
                  </a:outerShdw>
                </a:effectLst>
              </a:rPr>
            </a:br>
            <a:r>
              <a:rPr lang="en-US" altLang="en-US" sz="2000" dirty="0">
                <a:effectLst>
                  <a:outerShdw blurRad="38100" dist="38100" dir="2700000" algn="tl">
                    <a:srgbClr val="000000"/>
                  </a:outerShdw>
                </a:effectLst>
              </a:rPr>
              <a:t>      the complexity if I/O service routines and the emulation </a:t>
            </a:r>
            <a:br>
              <a:rPr lang="en-US" altLang="en-US" sz="2000" dirty="0">
                <a:effectLst>
                  <a:outerShdw blurRad="38100" dist="38100" dir="2700000" algn="tl">
                    <a:srgbClr val="000000"/>
                  </a:outerShdw>
                </a:effectLst>
              </a:rPr>
            </a:br>
            <a:r>
              <a:rPr lang="en-US" altLang="en-US" sz="2000" dirty="0">
                <a:effectLst>
                  <a:outerShdw blurRad="38100" dist="38100" dir="2700000" algn="tl">
                    <a:srgbClr val="000000"/>
                  </a:outerShdw>
                </a:effectLst>
              </a:rPr>
              <a:t>      needed  between the guest OS and host OS. </a:t>
            </a:r>
          </a:p>
        </p:txBody>
      </p:sp>
    </p:spTree>
    <p:extLst>
      <p:ext uri="{BB962C8B-B14F-4D97-AF65-F5344CB8AC3E}">
        <p14:creationId xmlns:p14="http://schemas.microsoft.com/office/powerpoint/2010/main" val="36067828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D35B367-12D0-C436-670B-20E6623F9C34}"/>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DCCE893B-79C2-614E-E6DA-86FA4DBBF4D9}"/>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A5B26637-0469-E7CE-1A3D-C800A9270CFD}"/>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CDAD4755-DE12-8B86-A25D-FCEBF05B7772}"/>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528E565A-D795-75A5-5307-B214870CD0AC}"/>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21A4F43C-7B8A-DAB3-519D-57A8FA37224D}"/>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CB73ED8F-5257-A587-5F0A-800BF8EFB39C}"/>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6A20ECC1-A484-A162-146B-7D7B31E98C3D}"/>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3">
            <a:extLst>
              <a:ext uri="{FF2B5EF4-FFF2-40B4-BE49-F238E27FC236}">
                <a16:creationId xmlns:a16="http://schemas.microsoft.com/office/drawing/2014/main" id="{2AD0AF94-5136-958A-8B39-DC740E2C6B63}"/>
              </a:ext>
            </a:extLst>
          </p:cNvPr>
          <p:cNvSpPr txBox="1">
            <a:spLocks noChangeArrowheads="1"/>
          </p:cNvSpPr>
          <p:nvPr/>
        </p:nvSpPr>
        <p:spPr bwMode="auto">
          <a:xfrm>
            <a:off x="2689412" y="161365"/>
            <a:ext cx="7463117" cy="1402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30000"/>
              </a:lnSpc>
              <a:spcBef>
                <a:spcPct val="50000"/>
              </a:spcBef>
            </a:pPr>
            <a:r>
              <a:rPr lang="en-US" altLang="en-US" sz="4400" dirty="0">
                <a:solidFill>
                  <a:srgbClr val="FFFF00"/>
                </a:solidFill>
                <a:effectLst>
                  <a:outerShdw blurRad="38100" dist="38100" dir="2700000" algn="tl">
                    <a:srgbClr val="000000"/>
                  </a:outerShdw>
                </a:effectLst>
              </a:rPr>
              <a:t>Multi-Core Virtualization: </a:t>
            </a:r>
            <a:br>
              <a:rPr lang="en-US" altLang="en-US" sz="4400" dirty="0">
                <a:solidFill>
                  <a:srgbClr val="FFFF00"/>
                </a:solidFill>
                <a:effectLst>
                  <a:outerShdw blurRad="38100" dist="38100" dir="2700000" algn="tl">
                    <a:srgbClr val="000000"/>
                  </a:outerShdw>
                </a:effectLst>
              </a:rPr>
            </a:br>
            <a:r>
              <a:rPr lang="en-US" altLang="en-US" sz="2400" b="1" dirty="0">
                <a:solidFill>
                  <a:schemeClr val="accent2">
                    <a:lumMod val="50000"/>
                  </a:schemeClr>
                </a:solidFill>
                <a:effectLst>
                  <a:outerShdw blurRad="38100" dist="38100" dir="2700000" algn="tl">
                    <a:srgbClr val="000000"/>
                  </a:outerShdw>
                </a:effectLst>
              </a:rPr>
              <a:t>VCPU vs. traditional CPU</a:t>
            </a:r>
          </a:p>
        </p:txBody>
      </p:sp>
      <p:pic>
        <p:nvPicPr>
          <p:cNvPr id="3" name="Picture 2">
            <a:extLst>
              <a:ext uri="{FF2B5EF4-FFF2-40B4-BE49-F238E27FC236}">
                <a16:creationId xmlns:a16="http://schemas.microsoft.com/office/drawing/2014/main" id="{19382BA4-88DC-31EF-4CAE-ABD2370F82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0468" r="19627" b="32130"/>
          <a:stretch>
            <a:fillRect/>
          </a:stretch>
        </p:blipFill>
        <p:spPr bwMode="auto">
          <a:xfrm>
            <a:off x="3317847" y="1715770"/>
            <a:ext cx="7305675"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4">
            <a:extLst>
              <a:ext uri="{FF2B5EF4-FFF2-40B4-BE49-F238E27FC236}">
                <a16:creationId xmlns:a16="http://schemas.microsoft.com/office/drawing/2014/main" id="{B572E63A-30ED-84A6-77FF-F1BA0A6C3074}"/>
              </a:ext>
            </a:extLst>
          </p:cNvPr>
          <p:cNvSpPr>
            <a:spLocks noChangeArrowheads="1"/>
          </p:cNvSpPr>
          <p:nvPr/>
        </p:nvSpPr>
        <p:spPr bwMode="auto">
          <a:xfrm>
            <a:off x="3160059" y="4560415"/>
            <a:ext cx="7772400" cy="1754326"/>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nchor="ctr">
            <a:spAutoFit/>
          </a:bodyPr>
          <a:lstStyle/>
          <a:p>
            <a:pPr algn="just" eaLnBrk="0" hangingPunct="0"/>
            <a:r>
              <a:rPr lang="en-US" altLang="en-US" sz="1800" b="1" dirty="0">
                <a:solidFill>
                  <a:schemeClr val="accent2">
                    <a:lumMod val="50000"/>
                  </a:schemeClr>
                </a:solidFill>
                <a:ea typeface="宋体" panose="02010600030101010101" pitchFamily="2" charset="-122"/>
                <a:cs typeface="Arial" panose="020B0604020202020204" pitchFamily="34" charset="0"/>
              </a:rPr>
              <a:t>Figure 3.16 Four VCPUs are exposed the software, only three cores are actually present. VCPUs V0, V1, and V3 have been transparently migrated, while VCPU V2 has been transparently suspended. (Courtesy of Wells, et al., “Dynamic Heterogeneity and the Need for Multicore Virtualization”,</a:t>
            </a:r>
            <a:r>
              <a:rPr lang="en-US" altLang="en-US" sz="1800" b="1" i="1" dirty="0">
                <a:solidFill>
                  <a:schemeClr val="accent2">
                    <a:lumMod val="50000"/>
                  </a:schemeClr>
                </a:solidFill>
                <a:ea typeface="宋体" panose="02010600030101010101" pitchFamily="2" charset="-122"/>
                <a:cs typeface="Arial" panose="020B0604020202020204" pitchFamily="34" charset="0"/>
              </a:rPr>
              <a:t> ACM SIGOPS Operating Systems Review, </a:t>
            </a:r>
            <a:r>
              <a:rPr lang="en-US" altLang="en-US" sz="1800" b="1" dirty="0">
                <a:solidFill>
                  <a:schemeClr val="accent2">
                    <a:lumMod val="50000"/>
                  </a:schemeClr>
                </a:solidFill>
                <a:ea typeface="宋体" panose="02010600030101010101" pitchFamily="2" charset="-122"/>
                <a:cs typeface="Arial" panose="020B0604020202020204" pitchFamily="34" charset="0"/>
              </a:rPr>
              <a:t>ACM Press, 2009 [68] ) </a:t>
            </a:r>
            <a:endParaRPr lang="en-US" altLang="en-US" sz="1800" b="1" dirty="0">
              <a:solidFill>
                <a:schemeClr val="accent2">
                  <a:lumMod val="50000"/>
                </a:schemeClr>
              </a:solidFill>
              <a:cs typeface="Arial" panose="020B0604020202020204" pitchFamily="34" charset="0"/>
            </a:endParaRPr>
          </a:p>
        </p:txBody>
      </p:sp>
    </p:spTree>
    <p:extLst>
      <p:ext uri="{BB962C8B-B14F-4D97-AF65-F5344CB8AC3E}">
        <p14:creationId xmlns:p14="http://schemas.microsoft.com/office/powerpoint/2010/main" val="11225602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E8AFF12-3E0A-3924-B932-3590AA0F5327}"/>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47727835-B538-BF44-7932-DC89B1B7A572}"/>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03DC090A-E3CC-F775-E935-5F4BABA0D795}"/>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F8DABD74-0DC4-3A96-B4C5-3B59FAB1AEEF}"/>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2F8181DF-80AB-98A6-5A04-9E09C91BE25C}"/>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CA06397A-ACEF-C4BB-A2D9-73B9ECCF02FA}"/>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763C1934-B15C-6543-2E59-95107B9B706E}"/>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787FF290-8C0B-49EB-C618-8824059E8C2F}"/>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B1CDCAD1-7C0F-584C-7A71-028D63E7C9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6950" y="316865"/>
            <a:ext cx="8295344" cy="617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88667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3ADBC09-190B-2D35-9B83-1C08A60774B3}"/>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0EE3D921-1A9A-6800-445B-2991EFAED5B2}"/>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E2C55127-A14D-421F-A070-105C3C2D6290}"/>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FA6244B7-78A8-C9E0-A4A9-50DC0BBD87D3}"/>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3D22127E-9F2A-61E4-406E-6589A10BE110}"/>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6082645D-BA39-B030-01CC-4BDD733BD49E}"/>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099077AC-3E9F-AFFD-FD61-F69984B3CB41}"/>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4D40EA75-4C82-26EA-37FD-5367A1A724EA}"/>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677867A8-A6D0-5167-C80F-23D9B1D4FC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1259" r="15871" b="27342"/>
          <a:stretch>
            <a:fillRect/>
          </a:stretch>
        </p:blipFill>
        <p:spPr bwMode="auto">
          <a:xfrm>
            <a:off x="2790457" y="1518715"/>
            <a:ext cx="8249578" cy="4711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CC56ED10-2546-0517-2BA8-8E12246550A7}"/>
              </a:ext>
            </a:extLst>
          </p:cNvPr>
          <p:cNvSpPr txBox="1"/>
          <p:nvPr/>
        </p:nvSpPr>
        <p:spPr>
          <a:xfrm>
            <a:off x="2790457" y="161365"/>
            <a:ext cx="6622484" cy="1002582"/>
          </a:xfrm>
          <a:prstGeom prst="rect">
            <a:avLst/>
          </a:prstGeom>
          <a:noFill/>
        </p:spPr>
        <p:txBody>
          <a:bodyPr wrap="square">
            <a:spAutoFit/>
          </a:bodyPr>
          <a:lstStyle/>
          <a:p>
            <a:pPr algn="ctr">
              <a:lnSpc>
                <a:spcPct val="130000"/>
              </a:lnSpc>
              <a:spcBef>
                <a:spcPct val="50000"/>
              </a:spcBef>
            </a:pPr>
            <a:r>
              <a:rPr lang="en-US" altLang="en-US" sz="2400" dirty="0">
                <a:solidFill>
                  <a:schemeClr val="accent2">
                    <a:lumMod val="50000"/>
                  </a:schemeClr>
                </a:solidFill>
                <a:effectLst>
                  <a:outerShdw blurRad="38100" dist="38100" dir="2700000" algn="tl">
                    <a:srgbClr val="000000"/>
                  </a:outerShdw>
                </a:effectLst>
              </a:rPr>
              <a:t>Virtual Clusters in Many Cores</a:t>
            </a:r>
            <a:br>
              <a:rPr lang="en-US" altLang="en-US" sz="2400" dirty="0">
                <a:solidFill>
                  <a:schemeClr val="accent2">
                    <a:lumMod val="50000"/>
                  </a:schemeClr>
                </a:solidFill>
                <a:effectLst>
                  <a:outerShdw blurRad="38100" dist="38100" dir="2700000" algn="tl">
                    <a:srgbClr val="000000"/>
                  </a:outerShdw>
                </a:effectLst>
              </a:rPr>
            </a:br>
            <a:r>
              <a:rPr lang="en-US" altLang="en-US" sz="2400" dirty="0">
                <a:solidFill>
                  <a:schemeClr val="accent2">
                    <a:lumMod val="50000"/>
                  </a:schemeClr>
                </a:solidFill>
                <a:effectLst>
                  <a:outerShdw blurRad="38100" dist="38100" dir="2700000" algn="tl">
                    <a:srgbClr val="000000"/>
                  </a:outerShdw>
                </a:effectLst>
              </a:rPr>
              <a:t>Space Sharing of VMs -- Virtual Hierarchy</a:t>
            </a:r>
          </a:p>
        </p:txBody>
      </p:sp>
    </p:spTree>
    <p:extLst>
      <p:ext uri="{BB962C8B-B14F-4D97-AF65-F5344CB8AC3E}">
        <p14:creationId xmlns:p14="http://schemas.microsoft.com/office/powerpoint/2010/main" val="42385614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9A416F9D-AA54-6945-46B3-86DA3D0CE77B}"/>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808BC67F-9D09-10A7-2E95-06DBFC30BDE1}"/>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C07F1A71-C075-8C8E-BAD0-A3A227A3A635}"/>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EEA31186-CC83-B99D-6E8D-ED93E9D5EEB5}"/>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9E2BD5C3-E37B-AC0F-024A-13C570D23B3F}"/>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4FAE4389-7CAA-71F6-A84C-55C3230B80B3}"/>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CBBA1BE4-1AAE-35E3-E65C-E94DC85BF383}"/>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E75ECEE3-A4DA-4202-7266-285F4569D4F7}"/>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Object 2">
            <a:extLst>
              <a:ext uri="{FF2B5EF4-FFF2-40B4-BE49-F238E27FC236}">
                <a16:creationId xmlns:a16="http://schemas.microsoft.com/office/drawing/2014/main" id="{FD932FCF-3E81-5A02-60BF-5BFDC1391E84}"/>
              </a:ext>
            </a:extLst>
          </p:cNvPr>
          <p:cNvGraphicFramePr>
            <a:graphicFrameLocks noChangeAspect="1"/>
          </p:cNvGraphicFramePr>
          <p:nvPr>
            <p:extLst>
              <p:ext uri="{D42A27DB-BD31-4B8C-83A1-F6EECF244321}">
                <p14:modId xmlns:p14="http://schemas.microsoft.com/office/powerpoint/2010/main" val="901058498"/>
              </p:ext>
            </p:extLst>
          </p:nvPr>
        </p:nvGraphicFramePr>
        <p:xfrm>
          <a:off x="2895730" y="1151498"/>
          <a:ext cx="8303684" cy="4886231"/>
        </p:xfrm>
        <a:graphic>
          <a:graphicData uri="http://schemas.openxmlformats.org/presentationml/2006/ole">
            <mc:AlternateContent xmlns:mc="http://schemas.openxmlformats.org/markup-compatibility/2006">
              <mc:Choice xmlns:v="urn:schemas-microsoft-com:vml" Requires="v">
                <p:oleObj name="Photo Editor Photo" r:id="rId4" imgW="8085521" imgH="4846740" progId="MSPhotoEd.3">
                  <p:embed/>
                </p:oleObj>
              </mc:Choice>
              <mc:Fallback>
                <p:oleObj name="Photo Editor Photo" r:id="rId4" imgW="8085521" imgH="4846740" progId="MSPhotoEd.3">
                  <p:embed/>
                  <p:pic>
                    <p:nvPicPr>
                      <p:cNvPr id="140290" name="Object 2">
                        <a:extLst>
                          <a:ext uri="{FF2B5EF4-FFF2-40B4-BE49-F238E27FC236}">
                            <a16:creationId xmlns:a16="http://schemas.microsoft.com/office/drawing/2014/main" id="{1018825B-FC9D-F727-1E7F-23EC874665E0}"/>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l="11598" r="2669" b="12500"/>
                      <a:stretch>
                        <a:fillRect/>
                      </a:stretch>
                    </p:blipFill>
                    <p:spPr bwMode="auto">
                      <a:xfrm>
                        <a:off x="2895730" y="1151498"/>
                        <a:ext cx="8303684" cy="4886231"/>
                      </a:xfrm>
                      <a:prstGeom prst="rect">
                        <a:avLst/>
                      </a:prstGeom>
                      <a:noFill/>
                      <a:ln>
                        <a:noFill/>
                      </a:ln>
                      <a:effectLst/>
                    </p:spPr>
                  </p:pic>
                </p:oleObj>
              </mc:Fallback>
            </mc:AlternateContent>
          </a:graphicData>
        </a:graphic>
      </p:graphicFrame>
      <p:sp>
        <p:nvSpPr>
          <p:cNvPr id="3" name="Text Box 3">
            <a:extLst>
              <a:ext uri="{FF2B5EF4-FFF2-40B4-BE49-F238E27FC236}">
                <a16:creationId xmlns:a16="http://schemas.microsoft.com/office/drawing/2014/main" id="{81783B5C-9193-D1CA-F1B1-305AADCD4A28}"/>
              </a:ext>
            </a:extLst>
          </p:cNvPr>
          <p:cNvSpPr txBox="1">
            <a:spLocks noChangeArrowheads="1"/>
          </p:cNvSpPr>
          <p:nvPr/>
        </p:nvSpPr>
        <p:spPr bwMode="auto">
          <a:xfrm>
            <a:off x="2331850" y="447516"/>
            <a:ext cx="70135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400" b="1" dirty="0">
                <a:solidFill>
                  <a:schemeClr val="accent2">
                    <a:lumMod val="50000"/>
                  </a:schemeClr>
                </a:solidFill>
                <a:effectLst>
                  <a:outerShdw blurRad="38100" dist="38100" dir="2700000" algn="tl">
                    <a:srgbClr val="000000"/>
                  </a:outerShdw>
                </a:effectLst>
              </a:rPr>
              <a:t>A Taxonomy of Virtual Machines</a:t>
            </a:r>
          </a:p>
        </p:txBody>
      </p:sp>
    </p:spTree>
    <p:extLst>
      <p:ext uri="{BB962C8B-B14F-4D97-AF65-F5344CB8AC3E}">
        <p14:creationId xmlns:p14="http://schemas.microsoft.com/office/powerpoint/2010/main" val="9556516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B0D1B5FE-515E-22B9-DF55-F99F8BB84923}"/>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6C330CC7-BF0E-9F86-DC22-4AB7D14E42B9}"/>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D8A700BD-9ACE-54B5-F3F5-A16CB153B9C6}"/>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6083EC46-4B11-A77B-AFEC-7B1803066F71}"/>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64C5D2F0-AA22-671A-E03D-54C00E72294A}"/>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AAF6BF45-468B-3E0F-9DCC-A6C488B43ACE}"/>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603C1A0B-B775-4712-60B3-DE429BA69EC6}"/>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98E35B11-8696-107C-46A5-1B83F618432A}"/>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Object 2">
            <a:extLst>
              <a:ext uri="{FF2B5EF4-FFF2-40B4-BE49-F238E27FC236}">
                <a16:creationId xmlns:a16="http://schemas.microsoft.com/office/drawing/2014/main" id="{889A81B6-6BEC-4B86-EF89-10B46B8F64AB}"/>
              </a:ext>
            </a:extLst>
          </p:cNvPr>
          <p:cNvGraphicFramePr>
            <a:graphicFrameLocks noChangeAspect="1"/>
          </p:cNvGraphicFramePr>
          <p:nvPr>
            <p:extLst>
              <p:ext uri="{D42A27DB-BD31-4B8C-83A1-F6EECF244321}">
                <p14:modId xmlns:p14="http://schemas.microsoft.com/office/powerpoint/2010/main" val="1393759191"/>
              </p:ext>
            </p:extLst>
          </p:nvPr>
        </p:nvGraphicFramePr>
        <p:xfrm>
          <a:off x="2973337" y="286591"/>
          <a:ext cx="8132763" cy="5840412"/>
        </p:xfrm>
        <a:graphic>
          <a:graphicData uri="http://schemas.openxmlformats.org/presentationml/2006/ole">
            <mc:AlternateContent xmlns:mc="http://schemas.openxmlformats.org/markup-compatibility/2006">
              <mc:Choice xmlns:v="urn:schemas-microsoft-com:vml" Requires="v">
                <p:oleObj name="Photo Editor Photo" r:id="rId4" imgW="8443692" imgH="6340390" progId="MSPhotoEd.3">
                  <p:embed/>
                </p:oleObj>
              </mc:Choice>
              <mc:Fallback>
                <p:oleObj name="Photo Editor Photo" r:id="rId4" imgW="8443692" imgH="6340390" progId="MSPhotoEd.3">
                  <p:embed/>
                  <p:pic>
                    <p:nvPicPr>
                      <p:cNvPr id="142338" name="Object 2">
                        <a:extLst>
                          <a:ext uri="{FF2B5EF4-FFF2-40B4-BE49-F238E27FC236}">
                            <a16:creationId xmlns:a16="http://schemas.microsoft.com/office/drawing/2014/main" id="{1E5BC8AA-B89C-DE90-753D-2E325D23D4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3337" y="286591"/>
                        <a:ext cx="8132763" cy="5840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30686849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C6D3B785-0779-840D-1E02-B0282C678A46}"/>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3EFFE7B4-4CB3-281F-7E28-A3ABA2C069A0}"/>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27155D4E-1E6C-5C19-7F38-E2C229EBE5B9}"/>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2233D3FB-AC0B-7B70-CB05-818BFF189FE0}"/>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ABBCB439-CA8E-2194-84B1-ED4BECF1F3D1}"/>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0C9F0B61-2A38-3B38-0686-6FD9FF0DA603}"/>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F051AB40-800E-8475-FBCB-99486D10B9AB}"/>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A4B9D59D-52E0-2D99-D9AF-24EBA6F7E80E}"/>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Object 2">
            <a:extLst>
              <a:ext uri="{FF2B5EF4-FFF2-40B4-BE49-F238E27FC236}">
                <a16:creationId xmlns:a16="http://schemas.microsoft.com/office/drawing/2014/main" id="{27DA734E-8AC1-FBCC-8295-3024A810F93D}"/>
              </a:ext>
            </a:extLst>
          </p:cNvPr>
          <p:cNvGraphicFramePr>
            <a:graphicFrameLocks noChangeAspect="1"/>
          </p:cNvGraphicFramePr>
          <p:nvPr>
            <p:extLst>
              <p:ext uri="{D42A27DB-BD31-4B8C-83A1-F6EECF244321}">
                <p14:modId xmlns:p14="http://schemas.microsoft.com/office/powerpoint/2010/main" val="3463607430"/>
              </p:ext>
            </p:extLst>
          </p:nvPr>
        </p:nvGraphicFramePr>
        <p:xfrm>
          <a:off x="2790457" y="0"/>
          <a:ext cx="8221663" cy="3651354"/>
        </p:xfrm>
        <a:graphic>
          <a:graphicData uri="http://schemas.openxmlformats.org/presentationml/2006/ole">
            <mc:AlternateContent xmlns:mc="http://schemas.openxmlformats.org/markup-compatibility/2006">
              <mc:Choice xmlns:v="urn:schemas-microsoft-com:vml" Requires="v">
                <p:oleObj name="Photo Editor Photo" r:id="rId4" imgW="8382727" imgH="3900952" progId="MSPhotoEd.3">
                  <p:embed/>
                </p:oleObj>
              </mc:Choice>
              <mc:Fallback>
                <p:oleObj name="Photo Editor Photo" r:id="rId4" imgW="8382727" imgH="3900952" progId="MSPhotoEd.3">
                  <p:embed/>
                  <p:pic>
                    <p:nvPicPr>
                      <p:cNvPr id="144386" name="Object 2">
                        <a:extLst>
                          <a:ext uri="{FF2B5EF4-FFF2-40B4-BE49-F238E27FC236}">
                            <a16:creationId xmlns:a16="http://schemas.microsoft.com/office/drawing/2014/main" id="{7B637BAF-ABB8-AF89-E8D2-6073A7DB98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0574"/>
                      <a:stretch>
                        <a:fillRect/>
                      </a:stretch>
                    </p:blipFill>
                    <p:spPr bwMode="auto">
                      <a:xfrm>
                        <a:off x="2790457" y="0"/>
                        <a:ext cx="8221663" cy="3651354"/>
                      </a:xfrm>
                      <a:prstGeom prst="rect">
                        <a:avLst/>
                      </a:prstGeom>
                      <a:noFill/>
                      <a:ln>
                        <a:noFill/>
                      </a:ln>
                      <a:effectLst/>
                    </p:spPr>
                  </p:pic>
                </p:oleObj>
              </mc:Fallback>
            </mc:AlternateContent>
          </a:graphicData>
        </a:graphic>
      </p:graphicFrame>
      <p:sp>
        <p:nvSpPr>
          <p:cNvPr id="3" name="Text Box 4">
            <a:extLst>
              <a:ext uri="{FF2B5EF4-FFF2-40B4-BE49-F238E27FC236}">
                <a16:creationId xmlns:a16="http://schemas.microsoft.com/office/drawing/2014/main" id="{97B9A58B-2EB7-E640-6E0D-D675E7859D29}"/>
              </a:ext>
            </a:extLst>
          </p:cNvPr>
          <p:cNvSpPr txBox="1">
            <a:spLocks noChangeArrowheads="1"/>
          </p:cNvSpPr>
          <p:nvPr/>
        </p:nvSpPr>
        <p:spPr bwMode="auto">
          <a:xfrm>
            <a:off x="2790456" y="3778624"/>
            <a:ext cx="3729156"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3600" dirty="0">
                <a:solidFill>
                  <a:schemeClr val="accent2">
                    <a:lumMod val="50000"/>
                  </a:schemeClr>
                </a:solidFill>
                <a:effectLst>
                  <a:outerShdw blurRad="38100" dist="38100" dir="2700000" algn="tl">
                    <a:srgbClr val="000000"/>
                  </a:outerShdw>
                </a:effectLst>
              </a:rPr>
              <a:t>Process VM</a:t>
            </a:r>
            <a:r>
              <a:rPr lang="en-US" altLang="en-US" sz="2400" dirty="0">
                <a:solidFill>
                  <a:schemeClr val="accent2">
                    <a:lumMod val="50000"/>
                  </a:schemeClr>
                </a:solidFill>
                <a:effectLst>
                  <a:outerShdw blurRad="38100" dist="38100" dir="2700000" algn="tl">
                    <a:srgbClr val="000000"/>
                  </a:outerShdw>
                </a:effectLst>
              </a:rPr>
              <a:t> : </a:t>
            </a:r>
            <a:br>
              <a:rPr lang="en-US" altLang="en-US" sz="2400" dirty="0">
                <a:solidFill>
                  <a:schemeClr val="accent2">
                    <a:lumMod val="50000"/>
                  </a:schemeClr>
                </a:solidFill>
                <a:effectLst>
                  <a:outerShdw blurRad="38100" dist="38100" dir="2700000" algn="tl">
                    <a:srgbClr val="000000"/>
                  </a:outerShdw>
                </a:effectLst>
              </a:rPr>
            </a:br>
            <a:r>
              <a:rPr lang="en-US" altLang="en-US" sz="2400" dirty="0">
                <a:solidFill>
                  <a:schemeClr val="accent2">
                    <a:lumMod val="50000"/>
                  </a:schemeClr>
                </a:solidFill>
                <a:effectLst>
                  <a:outerShdw blurRad="38100" dist="38100" dir="2700000" algn="tl">
                    <a:srgbClr val="000000"/>
                  </a:outerShdw>
                </a:effectLst>
              </a:rPr>
              <a:t>An example that emulates Guest IA32 Applications to run on an Alpha Windows platform</a:t>
            </a:r>
            <a:r>
              <a:rPr lang="en-US" altLang="en-US" dirty="0">
                <a:solidFill>
                  <a:schemeClr val="accent2">
                    <a:lumMod val="50000"/>
                  </a:schemeClr>
                </a:solidFill>
                <a:effectLst>
                  <a:outerShdw blurRad="38100" dist="38100" dir="2700000" algn="tl">
                    <a:srgbClr val="000000"/>
                  </a:outerShdw>
                </a:effectLst>
              </a:rPr>
              <a:t> </a:t>
            </a:r>
          </a:p>
        </p:txBody>
      </p:sp>
      <p:graphicFrame>
        <p:nvGraphicFramePr>
          <p:cNvPr id="4" name="Object 3">
            <a:extLst>
              <a:ext uri="{FF2B5EF4-FFF2-40B4-BE49-F238E27FC236}">
                <a16:creationId xmlns:a16="http://schemas.microsoft.com/office/drawing/2014/main" id="{FA26B7A0-920C-B82C-01CB-701FEDE4F6F5}"/>
              </a:ext>
            </a:extLst>
          </p:cNvPr>
          <p:cNvGraphicFramePr>
            <a:graphicFrameLocks noChangeAspect="1"/>
          </p:cNvGraphicFramePr>
          <p:nvPr>
            <p:extLst>
              <p:ext uri="{D42A27DB-BD31-4B8C-83A1-F6EECF244321}">
                <p14:modId xmlns:p14="http://schemas.microsoft.com/office/powerpoint/2010/main" val="2396557421"/>
              </p:ext>
            </p:extLst>
          </p:nvPr>
        </p:nvGraphicFramePr>
        <p:xfrm>
          <a:off x="7182491" y="3428998"/>
          <a:ext cx="3305544" cy="2657475"/>
        </p:xfrm>
        <a:graphic>
          <a:graphicData uri="http://schemas.openxmlformats.org/presentationml/2006/ole">
            <mc:AlternateContent xmlns:mc="http://schemas.openxmlformats.org/markup-compatibility/2006">
              <mc:Choice xmlns:v="urn:schemas-microsoft-com:vml" Requires="v">
                <p:oleObj name="Photo Editor Photo" r:id="rId6" imgW="2567619" imgH="2293333" progId="MSPhotoEd.3">
                  <p:embed/>
                </p:oleObj>
              </mc:Choice>
              <mc:Fallback>
                <p:oleObj name="Photo Editor Photo" r:id="rId6" imgW="2567619" imgH="2293333" progId="MSPhotoEd.3">
                  <p:embed/>
                  <p:pic>
                    <p:nvPicPr>
                      <p:cNvPr id="144387" name="Object 3">
                        <a:extLst>
                          <a:ext uri="{FF2B5EF4-FFF2-40B4-BE49-F238E27FC236}">
                            <a16:creationId xmlns:a16="http://schemas.microsoft.com/office/drawing/2014/main" id="{DC8A9D19-0412-6EB6-4A24-63061DB4FE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82491" y="3428998"/>
                        <a:ext cx="3305544" cy="265747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098073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101F31A2-BB5E-1876-C662-371C30936074}"/>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3921AEF5-352B-D81B-493F-9D94F81EB837}"/>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D506FCD0-51E5-BCCA-935C-1B50C80DC8F7}"/>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9F1DAC18-7F9C-8D6B-FC3B-6ED16DB0790E}"/>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146D93E8-F02E-1B75-A506-40DDF5B37D3D}"/>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E89FCFD3-42F5-C0C7-8419-5599F1313325}"/>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C8CCA06F-D231-3092-14FE-588A3F0E56B7}"/>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4CD28AD3-29BD-3FEE-B2B0-78FC2D537DB0}"/>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Object 2">
            <a:extLst>
              <a:ext uri="{FF2B5EF4-FFF2-40B4-BE49-F238E27FC236}">
                <a16:creationId xmlns:a16="http://schemas.microsoft.com/office/drawing/2014/main" id="{FDE728EE-CE34-2B47-5420-D87946BBA5DC}"/>
              </a:ext>
            </a:extLst>
          </p:cNvPr>
          <p:cNvGraphicFramePr>
            <a:graphicFrameLocks noChangeAspect="1"/>
          </p:cNvGraphicFramePr>
          <p:nvPr>
            <p:extLst>
              <p:ext uri="{D42A27DB-BD31-4B8C-83A1-F6EECF244321}">
                <p14:modId xmlns:p14="http://schemas.microsoft.com/office/powerpoint/2010/main" val="3695924240"/>
              </p:ext>
            </p:extLst>
          </p:nvPr>
        </p:nvGraphicFramePr>
        <p:xfrm>
          <a:off x="2611039" y="1331260"/>
          <a:ext cx="8588375" cy="4646578"/>
        </p:xfrm>
        <a:graphic>
          <a:graphicData uri="http://schemas.openxmlformats.org/presentationml/2006/ole">
            <mc:AlternateContent xmlns:mc="http://schemas.openxmlformats.org/markup-compatibility/2006">
              <mc:Choice xmlns:v="urn:schemas-microsoft-com:vml" Requires="v">
                <p:oleObj name="Photo Editor Photo" r:id="rId4" imgW="8977138" imgH="3955123" progId="MSPhotoEd.3">
                  <p:embed/>
                </p:oleObj>
              </mc:Choice>
              <mc:Fallback>
                <p:oleObj name="Photo Editor Photo" r:id="rId4" imgW="8977138" imgH="3955123" progId="MSPhotoEd.3">
                  <p:embed/>
                  <p:pic>
                    <p:nvPicPr>
                      <p:cNvPr id="146434" name="Object 2">
                        <a:extLst>
                          <a:ext uri="{FF2B5EF4-FFF2-40B4-BE49-F238E27FC236}">
                            <a16:creationId xmlns:a16="http://schemas.microsoft.com/office/drawing/2014/main" id="{1A3F32F8-3908-6888-F9E7-2FDBF880DE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3148" t="3879" r="2943"/>
                      <a:stretch>
                        <a:fillRect/>
                      </a:stretch>
                    </p:blipFill>
                    <p:spPr bwMode="auto">
                      <a:xfrm>
                        <a:off x="2611039" y="1331260"/>
                        <a:ext cx="8588375" cy="4646578"/>
                      </a:xfrm>
                      <a:prstGeom prst="rect">
                        <a:avLst/>
                      </a:prstGeom>
                      <a:noFill/>
                      <a:ln>
                        <a:noFill/>
                      </a:ln>
                      <a:effectLst/>
                    </p:spPr>
                  </p:pic>
                </p:oleObj>
              </mc:Fallback>
            </mc:AlternateContent>
          </a:graphicData>
        </a:graphic>
      </p:graphicFrame>
      <p:sp>
        <p:nvSpPr>
          <p:cNvPr id="3" name="Text Box 3">
            <a:extLst>
              <a:ext uri="{FF2B5EF4-FFF2-40B4-BE49-F238E27FC236}">
                <a16:creationId xmlns:a16="http://schemas.microsoft.com/office/drawing/2014/main" id="{5F985EF1-4D35-DC04-E217-F661DC001A0C}"/>
              </a:ext>
            </a:extLst>
          </p:cNvPr>
          <p:cNvSpPr txBox="1">
            <a:spLocks noChangeArrowheads="1"/>
          </p:cNvSpPr>
          <p:nvPr/>
        </p:nvSpPr>
        <p:spPr bwMode="auto">
          <a:xfrm>
            <a:off x="3030070" y="268942"/>
            <a:ext cx="613185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4000" dirty="0">
                <a:solidFill>
                  <a:schemeClr val="accent2">
                    <a:lumMod val="50000"/>
                  </a:schemeClr>
                </a:solidFill>
                <a:effectLst>
                  <a:outerShdw blurRad="38100" dist="38100" dir="2700000" algn="tl">
                    <a:srgbClr val="000000"/>
                  </a:outerShdw>
                </a:effectLst>
              </a:rPr>
              <a:t>System Virtual Machine</a:t>
            </a:r>
          </a:p>
        </p:txBody>
      </p:sp>
    </p:spTree>
    <p:extLst>
      <p:ext uri="{BB962C8B-B14F-4D97-AF65-F5344CB8AC3E}">
        <p14:creationId xmlns:p14="http://schemas.microsoft.com/office/powerpoint/2010/main" val="18856358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6360467F-710E-8491-A9BF-D714585B1F27}"/>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9F66FA02-B2D9-97DC-8EF0-D1D35DDA7525}"/>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6CBCBB46-DE83-0406-B453-8DB47825629C}"/>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DA6B83E1-D6C1-BA16-B3C6-522CA4F66069}"/>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9F08F1EC-75C0-9B9F-B12A-73234B6CB736}"/>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EA80BD86-4BE6-1650-C8D8-43259F815DFD}"/>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FC395826-F266-A571-A2C4-DF353F77EBA0}"/>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47D6E276-32FC-B261-F3FD-2A8D3F870670}"/>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Object 2">
            <a:extLst>
              <a:ext uri="{FF2B5EF4-FFF2-40B4-BE49-F238E27FC236}">
                <a16:creationId xmlns:a16="http://schemas.microsoft.com/office/drawing/2014/main" id="{95B7A7C3-6085-C59D-DAFC-56469537C1AE}"/>
              </a:ext>
            </a:extLst>
          </p:cNvPr>
          <p:cNvGraphicFramePr>
            <a:graphicFrameLocks noChangeAspect="1"/>
          </p:cNvGraphicFramePr>
          <p:nvPr>
            <p:extLst>
              <p:ext uri="{D42A27DB-BD31-4B8C-83A1-F6EECF244321}">
                <p14:modId xmlns:p14="http://schemas.microsoft.com/office/powerpoint/2010/main" val="3538146219"/>
              </p:ext>
            </p:extLst>
          </p:nvPr>
        </p:nvGraphicFramePr>
        <p:xfrm>
          <a:off x="2790457" y="1681443"/>
          <a:ext cx="8256081" cy="4531098"/>
        </p:xfrm>
        <a:graphic>
          <a:graphicData uri="http://schemas.openxmlformats.org/presentationml/2006/ole">
            <mc:AlternateContent xmlns:mc="http://schemas.openxmlformats.org/markup-compatibility/2006">
              <mc:Choice xmlns:v="urn:schemas-microsoft-com:vml" Requires="v">
                <p:oleObj name="Photo Editor Photo" r:id="rId4" imgW="9449619" imgH="4191363" progId="MSPhotoEd.3">
                  <p:embed/>
                </p:oleObj>
              </mc:Choice>
              <mc:Fallback>
                <p:oleObj name="Photo Editor Photo" r:id="rId4" imgW="9449619" imgH="4191363" progId="MSPhotoEd.3">
                  <p:embed/>
                  <p:pic>
                    <p:nvPicPr>
                      <p:cNvPr id="148482" name="Object 2">
                        <a:extLst>
                          <a:ext uri="{FF2B5EF4-FFF2-40B4-BE49-F238E27FC236}">
                            <a16:creationId xmlns:a16="http://schemas.microsoft.com/office/drawing/2014/main" id="{97C9C0CC-3163-1218-32A2-7349211589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0457" y="1681443"/>
                        <a:ext cx="8256081" cy="4531098"/>
                      </a:xfrm>
                      <a:prstGeom prst="rect">
                        <a:avLst/>
                      </a:prstGeom>
                      <a:noFill/>
                      <a:ln>
                        <a:noFill/>
                      </a:ln>
                      <a:effectLst/>
                    </p:spPr>
                  </p:pic>
                </p:oleObj>
              </mc:Fallback>
            </mc:AlternateContent>
          </a:graphicData>
        </a:graphic>
      </p:graphicFrame>
      <p:sp>
        <p:nvSpPr>
          <p:cNvPr id="3" name="Text Box 3">
            <a:extLst>
              <a:ext uri="{FF2B5EF4-FFF2-40B4-BE49-F238E27FC236}">
                <a16:creationId xmlns:a16="http://schemas.microsoft.com/office/drawing/2014/main" id="{14F47AA1-B632-8A55-FFE9-570E62DA5E73}"/>
              </a:ext>
            </a:extLst>
          </p:cNvPr>
          <p:cNvSpPr txBox="1">
            <a:spLocks noChangeArrowheads="1"/>
          </p:cNvSpPr>
          <p:nvPr/>
        </p:nvSpPr>
        <p:spPr bwMode="auto">
          <a:xfrm>
            <a:off x="2581834" y="403412"/>
            <a:ext cx="735554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3200" dirty="0">
                <a:solidFill>
                  <a:schemeClr val="accent2">
                    <a:lumMod val="50000"/>
                  </a:schemeClr>
                </a:solidFill>
                <a:effectLst>
                  <a:outerShdw blurRad="38100" dist="38100" dir="2700000" algn="tl">
                    <a:srgbClr val="000000"/>
                  </a:outerShdw>
                </a:effectLst>
              </a:rPr>
              <a:t>Example of Virtual Machine Applications </a:t>
            </a:r>
          </a:p>
        </p:txBody>
      </p:sp>
    </p:spTree>
    <p:extLst>
      <p:ext uri="{BB962C8B-B14F-4D97-AF65-F5344CB8AC3E}">
        <p14:creationId xmlns:p14="http://schemas.microsoft.com/office/powerpoint/2010/main" val="29315356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F0A13AF3-D793-2438-47ED-561A52626516}"/>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86CE099A-6D22-AFD4-BBBC-EAB9365122AC}"/>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54A056EB-C5C0-B587-75E2-C7DBB4548F3E}"/>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231705E2-CC18-21E6-E01C-7DC14BFB8D4A}"/>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D1679F9E-B61F-20C3-0AE0-D6B4575C200A}"/>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55A34595-F46F-BF5B-804A-D26A3BB52FC0}"/>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8344AFFE-3790-5AE2-1868-BDB161942667}"/>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A3D899AA-9DED-5ED8-84EE-0BC82E00F643}"/>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Rectangle 2">
            <a:extLst>
              <a:ext uri="{FF2B5EF4-FFF2-40B4-BE49-F238E27FC236}">
                <a16:creationId xmlns:a16="http://schemas.microsoft.com/office/drawing/2014/main" id="{A6B16E19-D91D-C524-6F17-1C4C213AE31A}"/>
              </a:ext>
            </a:extLst>
          </p:cNvPr>
          <p:cNvSpPr>
            <a:spLocks noChangeArrowheads="1"/>
          </p:cNvSpPr>
          <p:nvPr/>
        </p:nvSpPr>
        <p:spPr bwMode="auto">
          <a:xfrm>
            <a:off x="2790457" y="1114906"/>
            <a:ext cx="8591837" cy="505728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nchor="ctr">
            <a:spAutoFit/>
          </a:bodyPr>
          <a:lstStyle>
            <a:lvl1pPr marL="233363" indent="-233363" eaLnBrk="0" hangingPunct="0">
              <a:tabLst>
                <a:tab pos="457200" algn="l"/>
              </a:tabLst>
              <a:defRPr sz="3200" b="1">
                <a:solidFill>
                  <a:schemeClr val="tx1"/>
                </a:solidFill>
                <a:latin typeface="Arial" panose="020B0604020202020204" pitchFamily="34" charset="0"/>
                <a:ea typeface="ＭＳ Ｐゴシック" panose="020B0600070205080204" pitchFamily="34" charset="-128"/>
              </a:defRPr>
            </a:lvl1pPr>
            <a:lvl2pPr marL="517525" eaLnBrk="0" hangingPunct="0">
              <a:tabLst>
                <a:tab pos="457200" algn="l"/>
              </a:tabLst>
              <a:defRPr sz="3200" b="1">
                <a:solidFill>
                  <a:schemeClr val="tx1"/>
                </a:solidFill>
                <a:latin typeface="Arial" panose="020B0604020202020204" pitchFamily="34" charset="0"/>
                <a:ea typeface="ＭＳ Ｐゴシック" panose="020B0600070205080204" pitchFamily="34" charset="-128"/>
              </a:defRPr>
            </a:lvl2pPr>
            <a:lvl3pPr eaLnBrk="0" hangingPunct="0">
              <a:tabLst>
                <a:tab pos="457200" algn="l"/>
              </a:tabLst>
              <a:defRPr sz="3200" b="1">
                <a:solidFill>
                  <a:schemeClr val="tx1"/>
                </a:solidFill>
                <a:latin typeface="Arial" panose="020B0604020202020204" pitchFamily="34" charset="0"/>
                <a:ea typeface="ＭＳ Ｐゴシック" panose="020B0600070205080204" pitchFamily="34" charset="-128"/>
              </a:defRPr>
            </a:lvl3pPr>
            <a:lvl4pPr eaLnBrk="0" hangingPunct="0">
              <a:tabLst>
                <a:tab pos="457200" algn="l"/>
              </a:tabLst>
              <a:defRPr sz="3200" b="1">
                <a:solidFill>
                  <a:schemeClr val="tx1"/>
                </a:solidFill>
                <a:latin typeface="Arial" panose="020B0604020202020204" pitchFamily="34" charset="0"/>
                <a:ea typeface="ＭＳ Ｐゴシック" panose="020B0600070205080204" pitchFamily="34" charset="-128"/>
              </a:defRPr>
            </a:lvl4pPr>
            <a:lvl5pPr eaLnBrk="0" hangingPunct="0">
              <a:tabLst>
                <a:tab pos="457200" algn="l"/>
              </a:tabLst>
              <a:defRPr sz="3200" b="1">
                <a:solidFill>
                  <a:schemeClr val="tx1"/>
                </a:solidFill>
                <a:latin typeface="Arial" panose="020B0604020202020204" pitchFamily="34" charset="0"/>
                <a:ea typeface="ＭＳ Ｐゴシック" panose="020B0600070205080204" pitchFamily="34" charset="-128"/>
              </a:defRPr>
            </a:lvl5pPr>
            <a:lvl6pPr eaLnBrk="0" fontAlgn="base" hangingPunct="0">
              <a:spcBef>
                <a:spcPct val="0"/>
              </a:spcBef>
              <a:spcAft>
                <a:spcPct val="0"/>
              </a:spcAft>
              <a:tabLst>
                <a:tab pos="457200" algn="l"/>
              </a:tabLst>
              <a:defRPr sz="3200" b="1">
                <a:solidFill>
                  <a:schemeClr val="tx1"/>
                </a:solidFill>
                <a:latin typeface="Arial" panose="020B0604020202020204" pitchFamily="34" charset="0"/>
                <a:ea typeface="ＭＳ Ｐゴシック" panose="020B0600070205080204" pitchFamily="34" charset="-128"/>
              </a:defRPr>
            </a:lvl6pPr>
            <a:lvl7pPr eaLnBrk="0" fontAlgn="base" hangingPunct="0">
              <a:spcBef>
                <a:spcPct val="0"/>
              </a:spcBef>
              <a:spcAft>
                <a:spcPct val="0"/>
              </a:spcAft>
              <a:tabLst>
                <a:tab pos="457200" algn="l"/>
              </a:tabLst>
              <a:defRPr sz="3200" b="1">
                <a:solidFill>
                  <a:schemeClr val="tx1"/>
                </a:solidFill>
                <a:latin typeface="Arial" panose="020B0604020202020204" pitchFamily="34" charset="0"/>
                <a:ea typeface="ＭＳ Ｐゴシック" panose="020B0600070205080204" pitchFamily="34" charset="-128"/>
              </a:defRPr>
            </a:lvl7pPr>
            <a:lvl8pPr eaLnBrk="0" fontAlgn="base" hangingPunct="0">
              <a:spcBef>
                <a:spcPct val="0"/>
              </a:spcBef>
              <a:spcAft>
                <a:spcPct val="0"/>
              </a:spcAft>
              <a:tabLst>
                <a:tab pos="457200" algn="l"/>
              </a:tabLst>
              <a:defRPr sz="3200" b="1">
                <a:solidFill>
                  <a:schemeClr val="tx1"/>
                </a:solidFill>
                <a:latin typeface="Arial" panose="020B0604020202020204" pitchFamily="34" charset="0"/>
                <a:ea typeface="ＭＳ Ｐゴシック" panose="020B0600070205080204" pitchFamily="34" charset="-128"/>
              </a:defRPr>
            </a:lvl8pPr>
            <a:lvl9pPr eaLnBrk="0" fontAlgn="base" hangingPunct="0">
              <a:spcBef>
                <a:spcPct val="0"/>
              </a:spcBef>
              <a:spcAft>
                <a:spcPct val="0"/>
              </a:spcAft>
              <a:tabLst>
                <a:tab pos="457200" algn="l"/>
              </a:tabLst>
              <a:defRPr sz="3200" b="1">
                <a:solidFill>
                  <a:schemeClr val="tx1"/>
                </a:solidFill>
                <a:latin typeface="Arial" panose="020B0604020202020204" pitchFamily="34" charset="0"/>
                <a:ea typeface="ＭＳ Ｐゴシック" panose="020B0600070205080204" pitchFamily="34" charset="-128"/>
              </a:defRPr>
            </a:lvl9pPr>
          </a:lstStyle>
          <a:p>
            <a:pPr eaLnBrk="1" hangingPunct="1">
              <a:lnSpc>
                <a:spcPct val="170000"/>
              </a:lnSpc>
              <a:buClr>
                <a:srgbClr val="FF0000"/>
              </a:buClr>
              <a:buSzPct val="160000"/>
              <a:buFont typeface="Wingdings" panose="05000000000000000000" pitchFamily="2" charset="2"/>
              <a:buChar char="§"/>
            </a:pPr>
            <a:r>
              <a:rPr lang="en-US" altLang="en-US" sz="1600" dirty="0"/>
              <a:t>The virtual cluster nodes can be either physical or virtual machines. Multiple VMs     </a:t>
            </a:r>
            <a:br>
              <a:rPr lang="en-US" altLang="en-US" sz="1600" dirty="0"/>
            </a:br>
            <a:r>
              <a:rPr lang="en-US" altLang="en-US" sz="1600" dirty="0"/>
              <a:t> running with different OSs can be deployed on the same physical node. </a:t>
            </a:r>
          </a:p>
          <a:p>
            <a:pPr eaLnBrk="1" hangingPunct="1">
              <a:lnSpc>
                <a:spcPct val="170000"/>
              </a:lnSpc>
              <a:buClr>
                <a:srgbClr val="FF0000"/>
              </a:buClr>
              <a:buSzPct val="160000"/>
              <a:buFont typeface="Wingdings" panose="05000000000000000000" pitchFamily="2" charset="2"/>
              <a:buChar char="§"/>
            </a:pPr>
            <a:r>
              <a:rPr lang="en-US" altLang="en-US" sz="1600" dirty="0"/>
              <a:t>A VM runs with a guest OS, which is often different from the host OS, that manages the resources in the physical machine, where the VM is implemented.</a:t>
            </a:r>
          </a:p>
          <a:p>
            <a:pPr eaLnBrk="1" hangingPunct="1">
              <a:lnSpc>
                <a:spcPct val="170000"/>
              </a:lnSpc>
              <a:buClr>
                <a:srgbClr val="FF0000"/>
              </a:buClr>
              <a:buSzPct val="160000"/>
              <a:buFont typeface="Wingdings" panose="05000000000000000000" pitchFamily="2" charset="2"/>
              <a:buChar char="§"/>
            </a:pPr>
            <a:r>
              <a:rPr lang="en-US" altLang="en-US" sz="1600" dirty="0"/>
              <a:t>The purpose of using VMs is to consolidate multiple functionalities on the same server. This will greatly enhance the server utilization and application flexibility.</a:t>
            </a:r>
          </a:p>
          <a:p>
            <a:pPr eaLnBrk="1" hangingPunct="1">
              <a:lnSpc>
                <a:spcPct val="170000"/>
              </a:lnSpc>
              <a:buClr>
                <a:srgbClr val="FF0000"/>
              </a:buClr>
              <a:buSzPct val="160000"/>
              <a:buFont typeface="Wingdings" panose="05000000000000000000" pitchFamily="2" charset="2"/>
              <a:buChar char="§"/>
            </a:pPr>
            <a:r>
              <a:rPr lang="en-US" altLang="en-US" sz="1600" dirty="0"/>
              <a:t>VMs can be colonized (replicated) in multiple servers for the purpose of promoting distributed parallelism,  fault tolerance, and disaster recovery.  </a:t>
            </a:r>
          </a:p>
          <a:p>
            <a:pPr eaLnBrk="1" hangingPunct="1">
              <a:lnSpc>
                <a:spcPct val="170000"/>
              </a:lnSpc>
              <a:buClr>
                <a:srgbClr val="FF0000"/>
              </a:buClr>
              <a:buSzPct val="160000"/>
              <a:buFont typeface="Wingdings" panose="05000000000000000000" pitchFamily="2" charset="2"/>
              <a:buChar char="§"/>
            </a:pPr>
            <a:r>
              <a:rPr lang="en-US" altLang="en-US" sz="1600" dirty="0"/>
              <a:t>The size (number of nodes) of a virtual cluster can grow or shrink dynamically, similarly to the way an overlay network varies in size in a P2P network. </a:t>
            </a:r>
          </a:p>
          <a:p>
            <a:pPr eaLnBrk="1" hangingPunct="1">
              <a:lnSpc>
                <a:spcPct val="170000"/>
              </a:lnSpc>
              <a:buClr>
                <a:srgbClr val="FF0000"/>
              </a:buClr>
              <a:buSzPct val="160000"/>
              <a:buFont typeface="Wingdings" panose="05000000000000000000" pitchFamily="2" charset="2"/>
              <a:buChar char="§"/>
            </a:pPr>
            <a:r>
              <a:rPr lang="en-US" altLang="en-US" sz="1600" dirty="0"/>
              <a:t>The failure of any physical nodes may disable some VMs installed on the failing nodes. But the failure of VMs will not pull down the host system.  </a:t>
            </a:r>
          </a:p>
        </p:txBody>
      </p:sp>
      <p:sp>
        <p:nvSpPr>
          <p:cNvPr id="3" name="Text Box 3">
            <a:extLst>
              <a:ext uri="{FF2B5EF4-FFF2-40B4-BE49-F238E27FC236}">
                <a16:creationId xmlns:a16="http://schemas.microsoft.com/office/drawing/2014/main" id="{646AD78F-2B17-1A79-4AB1-C5F99F303D05}"/>
              </a:ext>
            </a:extLst>
          </p:cNvPr>
          <p:cNvSpPr txBox="1">
            <a:spLocks noChangeArrowheads="1"/>
          </p:cNvSpPr>
          <p:nvPr/>
        </p:nvSpPr>
        <p:spPr bwMode="auto">
          <a:xfrm>
            <a:off x="3261104" y="255494"/>
            <a:ext cx="5286743" cy="40011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en-US" altLang="en-US" sz="2000" b="1" dirty="0">
                <a:solidFill>
                  <a:schemeClr val="accent2">
                    <a:lumMod val="50000"/>
                  </a:schemeClr>
                </a:solidFill>
              </a:rPr>
              <a:t>Virtual Cluster Characteristics</a:t>
            </a:r>
          </a:p>
        </p:txBody>
      </p:sp>
    </p:spTree>
    <p:extLst>
      <p:ext uri="{BB962C8B-B14F-4D97-AF65-F5344CB8AC3E}">
        <p14:creationId xmlns:p14="http://schemas.microsoft.com/office/powerpoint/2010/main" val="23376696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57F88BC-29B7-3007-339A-D4D0D95BEBB2}"/>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48490CBB-8887-8588-0A95-15B8D8EF5666}"/>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7947102A-DD6B-DC36-3B11-60AB7DB522AB}"/>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9CB8824A-ECE5-5E4B-D238-5A695010E1B9}"/>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5101C41B-2D0B-8B8C-AE13-5B1693254C69}"/>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270512E2-8033-8317-2C5F-993EDEAF54D6}"/>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21559B4F-3766-0B6D-C5D5-576AF2D2B9B1}"/>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57426E06-3FF3-E072-8A62-6F8D6CA936F4}"/>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3" name="Picture 4">
            <a:extLst>
              <a:ext uri="{FF2B5EF4-FFF2-40B4-BE49-F238E27FC236}">
                <a16:creationId xmlns:a16="http://schemas.microsoft.com/office/drawing/2014/main" id="{DFAD3A83-E9F9-68E6-C0E1-7CD5FD8005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4591" y="1089213"/>
            <a:ext cx="8612187" cy="5163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3">
            <a:extLst>
              <a:ext uri="{FF2B5EF4-FFF2-40B4-BE49-F238E27FC236}">
                <a16:creationId xmlns:a16="http://schemas.microsoft.com/office/drawing/2014/main" id="{1B118CB4-ABAB-0C6D-1CB3-7C696D88722F}"/>
              </a:ext>
            </a:extLst>
          </p:cNvPr>
          <p:cNvSpPr txBox="1">
            <a:spLocks noChangeArrowheads="1"/>
          </p:cNvSpPr>
          <p:nvPr/>
        </p:nvSpPr>
        <p:spPr bwMode="auto">
          <a:xfrm>
            <a:off x="2664590" y="295835"/>
            <a:ext cx="658698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2800" dirty="0">
                <a:solidFill>
                  <a:schemeClr val="accent2">
                    <a:lumMod val="50000"/>
                  </a:schemeClr>
                </a:solidFill>
                <a:effectLst>
                  <a:outerShdw blurRad="38100" dist="38100" dir="2700000" algn="tl">
                    <a:srgbClr val="000000"/>
                  </a:outerShdw>
                </a:effectLst>
              </a:rPr>
              <a:t>Virtual Clusters vs. Physical Clusters</a:t>
            </a:r>
          </a:p>
        </p:txBody>
      </p:sp>
    </p:spTree>
    <p:extLst>
      <p:ext uri="{BB962C8B-B14F-4D97-AF65-F5344CB8AC3E}">
        <p14:creationId xmlns:p14="http://schemas.microsoft.com/office/powerpoint/2010/main" val="9112843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C8070FD7-0C63-586A-9E08-930E9DC1AF2F}"/>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FBFA6294-C3A6-46DE-FD6E-5AB0EA39BE37}"/>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0B0D3E04-3D69-C68B-8917-92C2332F9C1D}"/>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7115C39E-323C-503B-6753-784BD6022CDB}"/>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B0E66BA8-F196-71DC-F34B-94852A2EEE69}"/>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B1709866-7CCF-8724-A6EB-D0B51DC5594B}"/>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5D82A851-89ED-3BE9-2894-623DB035891B}"/>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482BC58D-6684-25BC-2153-D0C9AB9A995F}"/>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D90A0975-BC5D-B945-C4F9-1205589BB4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7795" y="165576"/>
            <a:ext cx="9028112" cy="6154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80459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F1AFA27A-FC80-EBAE-ABFD-A35E90D8654A}"/>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E9A331E3-0E3F-16CA-387E-904D00C495B3}"/>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D03034CC-964B-0DAE-F560-D7C39FC4AD4A}"/>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35797B24-F66C-6BB8-A6FF-28E264CF0FB5}"/>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13F58860-E6A2-8CBA-963E-12EF89FE0AAE}"/>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675BFC96-6B41-B0B6-09E5-4D7DC01AF829}"/>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E4C94B05-5982-1FAF-9B79-D405B015ED36}"/>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5D702FB2-CFFF-9DD8-D6DB-86C903D141F0}"/>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3">
            <a:extLst>
              <a:ext uri="{FF2B5EF4-FFF2-40B4-BE49-F238E27FC236}">
                <a16:creationId xmlns:a16="http://schemas.microsoft.com/office/drawing/2014/main" id="{0D90AB10-98C7-DAD4-9B09-1A6732CB0D1B}"/>
              </a:ext>
            </a:extLst>
          </p:cNvPr>
          <p:cNvSpPr txBox="1">
            <a:spLocks noChangeArrowheads="1"/>
          </p:cNvSpPr>
          <p:nvPr/>
        </p:nvSpPr>
        <p:spPr bwMode="auto">
          <a:xfrm>
            <a:off x="2581834" y="403412"/>
            <a:ext cx="587636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4000" dirty="0">
                <a:solidFill>
                  <a:schemeClr val="accent2">
                    <a:lumMod val="50000"/>
                  </a:schemeClr>
                </a:solidFill>
                <a:effectLst>
                  <a:outerShdw blurRad="38100" dist="38100" dir="2700000" algn="tl">
                    <a:srgbClr val="000000"/>
                  </a:outerShdw>
                </a:effectLst>
              </a:rPr>
              <a:t>Virtual Cluster Projects</a:t>
            </a:r>
          </a:p>
        </p:txBody>
      </p:sp>
      <p:pic>
        <p:nvPicPr>
          <p:cNvPr id="3" name="Picture 4">
            <a:extLst>
              <a:ext uri="{FF2B5EF4-FFF2-40B4-BE49-F238E27FC236}">
                <a16:creationId xmlns:a16="http://schemas.microsoft.com/office/drawing/2014/main" id="{13D632F3-38E4-F463-9C6A-1FD1971262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0657" y="1408854"/>
            <a:ext cx="8688757" cy="4657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28166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688D176B-96ED-65C8-CF6A-C63D9B301834}"/>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A1B0EE31-7C62-C782-A65E-42B3E62CE00B}"/>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4BD0F336-18F7-E700-FC05-26C89C5CC9AB}"/>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345E8D23-243D-728F-E2B0-EE0A9DA3F98F}"/>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7DFB7D4F-276C-936A-8386-BA07F135E75A}"/>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9ACC8DA8-A13E-9297-2BD4-8AB61ECB5699}"/>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A487E043-7F0E-DEF8-A68C-3B1252060D0F}"/>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C1E2A666-882B-F28B-EA1E-54D6AA6764A9}"/>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46396D16-BCF1-32CC-A3A1-812C651332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3070" y="175577"/>
            <a:ext cx="8796337" cy="583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34464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E5027804-E032-2191-76C1-8F85E1747432}"/>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571FA5D4-4224-993A-26F4-359D82149B6D}"/>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EC05969A-55F8-4753-3125-88EED1474998}"/>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B0DA43A1-AAC1-413E-9F85-A21741E3F40A}"/>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4F3F9DFF-2B1C-6ECD-9655-0E0346207636}"/>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16BF242A-A73E-56B3-D0EC-3B391025122A}"/>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B6738A3C-277A-358C-9ADB-8EA8BED00B2B}"/>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0526BDC9-DE26-47B2-4D1E-4EB9741C8E7A}"/>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3">
            <a:extLst>
              <a:ext uri="{FF2B5EF4-FFF2-40B4-BE49-F238E27FC236}">
                <a16:creationId xmlns:a16="http://schemas.microsoft.com/office/drawing/2014/main" id="{F55259A0-56CF-AC1D-F7F7-1A653A0AA0C2}"/>
              </a:ext>
            </a:extLst>
          </p:cNvPr>
          <p:cNvSpPr txBox="1">
            <a:spLocks noChangeArrowheads="1"/>
          </p:cNvSpPr>
          <p:nvPr/>
        </p:nvSpPr>
        <p:spPr bwMode="auto">
          <a:xfrm>
            <a:off x="2649071" y="215153"/>
            <a:ext cx="560592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dirty="0">
                <a:solidFill>
                  <a:schemeClr val="accent2">
                    <a:lumMod val="50000"/>
                  </a:schemeClr>
                </a:solidFill>
                <a:effectLst>
                  <a:outerShdw blurRad="38100" dist="38100" dir="2700000" algn="tl">
                    <a:srgbClr val="000000"/>
                  </a:outerShdw>
                </a:effectLst>
              </a:rPr>
              <a:t>Cluster-on-Demand (COD Project </a:t>
            </a:r>
            <a:br>
              <a:rPr lang="en-US" altLang="en-US" sz="2400" dirty="0">
                <a:solidFill>
                  <a:schemeClr val="accent2">
                    <a:lumMod val="50000"/>
                  </a:schemeClr>
                </a:solidFill>
                <a:effectLst>
                  <a:outerShdw blurRad="38100" dist="38100" dir="2700000" algn="tl">
                    <a:srgbClr val="000000"/>
                  </a:outerShdw>
                </a:effectLst>
              </a:rPr>
            </a:br>
            <a:r>
              <a:rPr lang="en-US" altLang="en-US" sz="2400" dirty="0">
                <a:solidFill>
                  <a:schemeClr val="accent2">
                    <a:lumMod val="50000"/>
                  </a:schemeClr>
                </a:solidFill>
                <a:effectLst>
                  <a:outerShdw blurRad="38100" dist="38100" dir="2700000" algn="tl">
                    <a:srgbClr val="000000"/>
                  </a:outerShdw>
                </a:effectLst>
              </a:rPr>
              <a:t>at Duke University</a:t>
            </a:r>
          </a:p>
        </p:txBody>
      </p:sp>
      <p:pic>
        <p:nvPicPr>
          <p:cNvPr id="3" name="Picture 4">
            <a:extLst>
              <a:ext uri="{FF2B5EF4-FFF2-40B4-BE49-F238E27FC236}">
                <a16:creationId xmlns:a16="http://schemas.microsoft.com/office/drawing/2014/main" id="{18B8EE16-46C2-36C6-0F46-F2BB25FFD8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245" y="1532747"/>
            <a:ext cx="824357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6">
            <a:extLst>
              <a:ext uri="{FF2B5EF4-FFF2-40B4-BE49-F238E27FC236}">
                <a16:creationId xmlns:a16="http://schemas.microsoft.com/office/drawing/2014/main" id="{D1E64A63-9344-2452-27BB-51F1E11056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7142" y="2998470"/>
            <a:ext cx="8780462" cy="203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09177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9C9A2212-5617-A461-201E-2679843B78C7}"/>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EB2AF46E-12DB-85DB-E842-F131D05969C1}"/>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620B69FA-77D5-E671-C528-AC78F9580665}"/>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BD3CA3BF-CD25-15D0-2D45-22732EA5BD8E}"/>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870DB0CB-93F8-C729-E733-F82B8BCEEC55}"/>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29864317-D0C2-E5BC-C883-9BCA294B3E5E}"/>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27AD3315-3B8D-0DD6-354B-E8588017AEFB}"/>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5E6A42C5-0493-587C-E225-8C8A5EE866EC}"/>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7E998202-B6BE-6979-616B-782AB1A993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2850" y="462915"/>
            <a:ext cx="8688387" cy="526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34897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8EB8C802-ADFE-DE19-56C2-18DEB5678169}"/>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E3F1C6F6-C2D6-29D8-DD56-A409CD4A6A28}"/>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7A1FD4F2-BA06-3C00-0455-0EF41957E98A}"/>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53FCDCB6-2D38-86F9-BA20-3092BEDDE8B9}"/>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900703E4-5564-6A5D-6353-E150635CD834}"/>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F045991D-FFD7-3921-25DA-E76AB940B659}"/>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4AE02A00-E4A8-0195-CA65-DB6E41AB6CDE}"/>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F9B20246-1333-1545-7099-3AEE33596088}"/>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sp>
        <p:nvSpPr>
          <p:cNvPr id="2" name="Text Box 7">
            <a:extLst>
              <a:ext uri="{FF2B5EF4-FFF2-40B4-BE49-F238E27FC236}">
                <a16:creationId xmlns:a16="http://schemas.microsoft.com/office/drawing/2014/main" id="{E3BBA6E0-142F-4493-54CE-B2585CE34386}"/>
              </a:ext>
            </a:extLst>
          </p:cNvPr>
          <p:cNvSpPr txBox="1">
            <a:spLocks noChangeArrowheads="1"/>
          </p:cNvSpPr>
          <p:nvPr/>
        </p:nvSpPr>
        <p:spPr bwMode="auto">
          <a:xfrm>
            <a:off x="2445463" y="403412"/>
            <a:ext cx="61175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800" dirty="0">
                <a:solidFill>
                  <a:schemeClr val="accent2">
                    <a:lumMod val="50000"/>
                  </a:schemeClr>
                </a:solidFill>
                <a:effectLst>
                  <a:outerShdw blurRad="38100" dist="38100" dir="2700000" algn="tl">
                    <a:srgbClr val="000000"/>
                  </a:outerShdw>
                </a:effectLst>
              </a:rPr>
              <a:t>VIOLIN Project at Purdue University</a:t>
            </a:r>
          </a:p>
        </p:txBody>
      </p:sp>
      <p:pic>
        <p:nvPicPr>
          <p:cNvPr id="3" name="Picture 4">
            <a:extLst>
              <a:ext uri="{FF2B5EF4-FFF2-40B4-BE49-F238E27FC236}">
                <a16:creationId xmlns:a16="http://schemas.microsoft.com/office/drawing/2014/main" id="{9781DAE5-A659-47D4-75EE-4A469AE44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0641"/>
          <a:stretch>
            <a:fillRect/>
          </a:stretch>
        </p:blipFill>
        <p:spPr bwMode="auto">
          <a:xfrm>
            <a:off x="2624789" y="979491"/>
            <a:ext cx="8757505" cy="1145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5">
            <a:extLst>
              <a:ext uri="{FF2B5EF4-FFF2-40B4-BE49-F238E27FC236}">
                <a16:creationId xmlns:a16="http://schemas.microsoft.com/office/drawing/2014/main" id="{94635F15-E1DC-E0C4-079A-9DED250064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89648" y="2177492"/>
            <a:ext cx="8545512" cy="1587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a:extLst>
              <a:ext uri="{FF2B5EF4-FFF2-40B4-BE49-F238E27FC236}">
                <a16:creationId xmlns:a16="http://schemas.microsoft.com/office/drawing/2014/main" id="{B3405549-C48B-FBA9-F01D-4299F473AD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3070" y="4185958"/>
            <a:ext cx="8547100" cy="87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03177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F86D734F-DCAA-820D-46D4-8DDA3BF429C9}"/>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CA3A1D4D-D47F-B0D8-295E-45F86D6DD825}"/>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631AC699-7211-19C5-261C-20EC6FDA6F77}"/>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CEA9B4AD-C3D4-7842-624F-6CDB54FB8622}"/>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6C76825E-3E79-9265-4C18-1CB8DECDD794}"/>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16B22403-4DEF-75E4-264D-B5BFD48502B3}"/>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FEEBA0FD-7898-6F40-5A82-185E26C3D6F0}"/>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5F197C34-9F54-A942-1009-05F4975F62EF}"/>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5DCF98CB-551B-32A6-54D7-AA7F3A8FC6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0457" y="189006"/>
            <a:ext cx="8439150" cy="619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57143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01C2E00-179E-E9EE-9FD1-85EF77EFDE91}"/>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0A3524C0-6A84-B9AB-CA7B-1CB7D40F8360}"/>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3A0D83DD-B177-6E21-61CA-319D2E045D2C}"/>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D0D8660A-CC7F-32E4-D9D5-0402B32CB020}"/>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5B02F3FE-F43F-CD31-4B03-F6A718B20802}"/>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3C2369F0-9F48-5BBA-4529-D143BA0C4B7F}"/>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D51D5B8F-77A5-D7FC-8598-E177900CFAA7}"/>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BE842AB7-7320-864B-CA76-EA611866B541}"/>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7FDE42B6-6A3D-784B-85AA-20C93678F8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6950" y="728150"/>
            <a:ext cx="8339137" cy="572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4">
            <a:extLst>
              <a:ext uri="{FF2B5EF4-FFF2-40B4-BE49-F238E27FC236}">
                <a16:creationId xmlns:a16="http://schemas.microsoft.com/office/drawing/2014/main" id="{4312B018-3E5D-63C8-AA9D-715220B88FFF}"/>
              </a:ext>
            </a:extLst>
          </p:cNvPr>
          <p:cNvSpPr txBox="1">
            <a:spLocks noChangeArrowheads="1"/>
          </p:cNvSpPr>
          <p:nvPr/>
        </p:nvSpPr>
        <p:spPr bwMode="auto">
          <a:xfrm>
            <a:off x="2650938" y="253627"/>
            <a:ext cx="7213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dirty="0">
                <a:solidFill>
                  <a:schemeClr val="accent2">
                    <a:lumMod val="50000"/>
                  </a:schemeClr>
                </a:solidFill>
                <a:effectLst>
                  <a:outerShdw blurRad="38100" dist="38100" dir="2700000" algn="tl">
                    <a:srgbClr val="000000"/>
                  </a:outerShdw>
                </a:effectLst>
              </a:rPr>
              <a:t>Live Migration of Virtual Machines</a:t>
            </a:r>
          </a:p>
        </p:txBody>
      </p:sp>
    </p:spTree>
    <p:extLst>
      <p:ext uri="{BB962C8B-B14F-4D97-AF65-F5344CB8AC3E}">
        <p14:creationId xmlns:p14="http://schemas.microsoft.com/office/powerpoint/2010/main" val="16160015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59FA5818-B2D2-88F6-5EEA-7338EF74F61A}"/>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8EB06013-2E17-6CF0-9E5E-5145030CDF2F}"/>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E495B613-E571-27ED-A7E3-C78F1B2A811D}"/>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CE1BB29F-083A-67AB-5634-439D10EB83D3}"/>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93769CA1-AF60-8FF0-C0A5-B05F6874B998}"/>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3192A585-F363-EDC0-43C2-F9E575A1CABD}"/>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5E9C77D4-3F96-1AE0-F375-0984CCA4D732}"/>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51832781-1F47-F598-8F45-A8A6037A2951}"/>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1B275BC6-E1B0-5329-1010-4BB475C2EF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8295" y="115708"/>
            <a:ext cx="8837612" cy="5934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6365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D117114E-BEB9-3CFE-AC7C-4EDDC5107551}"/>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31F9A803-1169-2E39-98EF-9F7E4AECB035}"/>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3FBCF3D9-0356-E813-8BBE-9C88065A19B5}"/>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F0750FB2-5B23-7447-F00F-4A2897DEDBF7}"/>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9589B802-0B82-0F36-1DF9-C914CF6CFE21}"/>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8DC2A299-964C-0FC4-2628-03F6AF9A0559}"/>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A1E87F79-EC43-8255-F17A-B405DB0FD8C2}"/>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D90D882A-E69E-0B4C-614E-DEE893AA13AA}"/>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E090763B-453F-E791-F55E-B2F4997572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2510" y="151288"/>
            <a:ext cx="8676904" cy="602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80956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8022BFE-6EA2-705A-F728-B3FA1B18F54A}"/>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FAB7E626-5F7C-0C21-9525-C3B90ADF04F9}"/>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24AB5B6A-33F3-DE27-2415-378D7D286164}"/>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2DF3B242-DD63-2CB7-8175-6A5AB5E47C87}"/>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D86B812C-66A6-BF66-F3FD-BEC004BC1FE0}"/>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4ED1A7B3-11DA-DBD2-6970-84ED9ED71C83}"/>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9D1FDB86-90CF-FB45-26C5-D7D20310F5F2}"/>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11812D3C-2589-B776-020F-4F19F26955DB}"/>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Object 2">
            <a:extLst>
              <a:ext uri="{FF2B5EF4-FFF2-40B4-BE49-F238E27FC236}">
                <a16:creationId xmlns:a16="http://schemas.microsoft.com/office/drawing/2014/main" id="{3DBEFBDB-FC2D-0D31-EA24-7A57F821CD0A}"/>
              </a:ext>
            </a:extLst>
          </p:cNvPr>
          <p:cNvGraphicFramePr>
            <a:graphicFrameLocks noChangeAspect="1"/>
          </p:cNvGraphicFramePr>
          <p:nvPr>
            <p:extLst>
              <p:ext uri="{D42A27DB-BD31-4B8C-83A1-F6EECF244321}">
                <p14:modId xmlns:p14="http://schemas.microsoft.com/office/powerpoint/2010/main" val="2263629096"/>
              </p:ext>
            </p:extLst>
          </p:nvPr>
        </p:nvGraphicFramePr>
        <p:xfrm>
          <a:off x="2994738" y="1474470"/>
          <a:ext cx="7727156" cy="4415342"/>
        </p:xfrm>
        <a:graphic>
          <a:graphicData uri="http://schemas.openxmlformats.org/presentationml/2006/ole">
            <mc:AlternateContent xmlns:mc="http://schemas.openxmlformats.org/markup-compatibility/2006">
              <mc:Choice xmlns:v="urn:schemas-microsoft-com:vml" Requires="v">
                <p:oleObj name="Photo Editor Photo" r:id="rId4" imgW="7696867" imgH="4069433" progId="MSPhotoEd.3">
                  <p:embed/>
                </p:oleObj>
              </mc:Choice>
              <mc:Fallback>
                <p:oleObj name="Photo Editor Photo" r:id="rId4" imgW="7696867" imgH="4069433" progId="MSPhotoEd.3">
                  <p:embed/>
                  <p:pic>
                    <p:nvPicPr>
                      <p:cNvPr id="168962" name="Object 2">
                        <a:extLst>
                          <a:ext uri="{FF2B5EF4-FFF2-40B4-BE49-F238E27FC236}">
                            <a16:creationId xmlns:a16="http://schemas.microsoft.com/office/drawing/2014/main" id="{B7A690B1-2B41-74E6-38E2-30DCD058D5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3021" r="2705" b="9598"/>
                      <a:stretch>
                        <a:fillRect/>
                      </a:stretch>
                    </p:blipFill>
                    <p:spPr bwMode="auto">
                      <a:xfrm>
                        <a:off x="2994738" y="1474470"/>
                        <a:ext cx="7727156" cy="4415342"/>
                      </a:xfrm>
                      <a:prstGeom prst="rect">
                        <a:avLst/>
                      </a:prstGeom>
                      <a:noFill/>
                      <a:ln>
                        <a:noFill/>
                      </a:ln>
                      <a:effectLst/>
                    </p:spPr>
                  </p:pic>
                </p:oleObj>
              </mc:Fallback>
            </mc:AlternateContent>
          </a:graphicData>
        </a:graphic>
      </p:graphicFrame>
      <p:sp>
        <p:nvSpPr>
          <p:cNvPr id="3" name="Text Box 3">
            <a:extLst>
              <a:ext uri="{FF2B5EF4-FFF2-40B4-BE49-F238E27FC236}">
                <a16:creationId xmlns:a16="http://schemas.microsoft.com/office/drawing/2014/main" id="{95332B5D-5BF0-C53C-360B-C11651361A8A}"/>
              </a:ext>
            </a:extLst>
          </p:cNvPr>
          <p:cNvSpPr txBox="1">
            <a:spLocks noChangeArrowheads="1"/>
          </p:cNvSpPr>
          <p:nvPr/>
        </p:nvSpPr>
        <p:spPr bwMode="auto">
          <a:xfrm>
            <a:off x="2675965" y="363072"/>
            <a:ext cx="692523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2800" dirty="0">
                <a:solidFill>
                  <a:schemeClr val="accent2">
                    <a:lumMod val="50000"/>
                  </a:schemeClr>
                </a:solidFill>
                <a:effectLst>
                  <a:outerShdw blurRad="38100" dist="38100" dir="2700000" algn="tl">
                    <a:srgbClr val="000000"/>
                  </a:outerShdw>
                </a:effectLst>
              </a:rPr>
              <a:t>Cluster Partitioning </a:t>
            </a:r>
            <a:br>
              <a:rPr lang="en-US" altLang="en-US" sz="2800" dirty="0">
                <a:solidFill>
                  <a:schemeClr val="accent2">
                    <a:lumMod val="50000"/>
                  </a:schemeClr>
                </a:solidFill>
                <a:effectLst>
                  <a:outerShdw blurRad="38100" dist="38100" dir="2700000" algn="tl">
                    <a:srgbClr val="000000"/>
                  </a:outerShdw>
                </a:effectLst>
              </a:rPr>
            </a:br>
            <a:r>
              <a:rPr lang="en-US" altLang="en-US" sz="2800" dirty="0">
                <a:solidFill>
                  <a:schemeClr val="accent2">
                    <a:lumMod val="50000"/>
                  </a:schemeClr>
                </a:solidFill>
                <a:effectLst>
                  <a:outerShdw blurRad="38100" dist="38100" dir="2700000" algn="tl">
                    <a:srgbClr val="000000"/>
                  </a:outerShdw>
                </a:effectLst>
              </a:rPr>
              <a:t>for VM-based Parallel Systems</a:t>
            </a:r>
          </a:p>
        </p:txBody>
      </p:sp>
    </p:spTree>
    <p:extLst>
      <p:ext uri="{BB962C8B-B14F-4D97-AF65-F5344CB8AC3E}">
        <p14:creationId xmlns:p14="http://schemas.microsoft.com/office/powerpoint/2010/main" val="21965543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6BC5AE61-55FD-5F6F-2DDD-0D5DA32B4023}"/>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77B9DB79-C1A7-68DF-BE3A-C87123AA4513}"/>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D728D52A-A975-FA04-3F6B-8E6285A6F888}"/>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ECC1ACBA-9D55-F90E-3F17-CABE3D208B48}"/>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4FE88BF8-7916-1038-823B-C091C65D6C12}"/>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34CBA337-6860-5B9E-86F4-1937E379D873}"/>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ED64BE7D-10BE-07E0-E9E3-EABA5BB7C9B4}"/>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3D96F245-28BB-3790-430B-0AA784F4F27A}"/>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Object 2">
            <a:extLst>
              <a:ext uri="{FF2B5EF4-FFF2-40B4-BE49-F238E27FC236}">
                <a16:creationId xmlns:a16="http://schemas.microsoft.com/office/drawing/2014/main" id="{03311FC4-EAC8-0E8A-FFA1-1D2C1C1DE037}"/>
              </a:ext>
            </a:extLst>
          </p:cNvPr>
          <p:cNvGraphicFramePr>
            <a:graphicFrameLocks noChangeAspect="1"/>
          </p:cNvGraphicFramePr>
          <p:nvPr>
            <p:extLst>
              <p:ext uri="{D42A27DB-BD31-4B8C-83A1-F6EECF244321}">
                <p14:modId xmlns:p14="http://schemas.microsoft.com/office/powerpoint/2010/main" val="1888528802"/>
              </p:ext>
            </p:extLst>
          </p:nvPr>
        </p:nvGraphicFramePr>
        <p:xfrm>
          <a:off x="2544735" y="579438"/>
          <a:ext cx="8851900" cy="6036515"/>
        </p:xfrm>
        <a:graphic>
          <a:graphicData uri="http://schemas.openxmlformats.org/presentationml/2006/ole">
            <mc:AlternateContent xmlns:mc="http://schemas.openxmlformats.org/markup-compatibility/2006">
              <mc:Choice xmlns:v="urn:schemas-microsoft-com:vml" Requires="v">
                <p:oleObj name="Photo Editor Photo" r:id="rId4" imgW="9594412" imgH="8992379" progId="MSPhotoEd.3">
                  <p:embed/>
                </p:oleObj>
              </mc:Choice>
              <mc:Fallback>
                <p:oleObj name="Photo Editor Photo" r:id="rId4" imgW="9594412" imgH="8992379" progId="MSPhotoEd.3">
                  <p:embed/>
                  <p:pic>
                    <p:nvPicPr>
                      <p:cNvPr id="171010" name="Object 2">
                        <a:extLst>
                          <a:ext uri="{FF2B5EF4-FFF2-40B4-BE49-F238E27FC236}">
                            <a16:creationId xmlns:a16="http://schemas.microsoft.com/office/drawing/2014/main" id="{0A04367B-7B25-EA22-D710-1C01BC112B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3372" r="3171"/>
                      <a:stretch>
                        <a:fillRect/>
                      </a:stretch>
                    </p:blipFill>
                    <p:spPr bwMode="auto">
                      <a:xfrm>
                        <a:off x="2544735" y="579438"/>
                        <a:ext cx="8851900" cy="6036515"/>
                      </a:xfrm>
                      <a:prstGeom prst="rect">
                        <a:avLst/>
                      </a:prstGeom>
                      <a:noFill/>
                      <a:ln>
                        <a:noFill/>
                      </a:ln>
                      <a:effectLst/>
                    </p:spPr>
                  </p:pic>
                </p:oleObj>
              </mc:Fallback>
            </mc:AlternateContent>
          </a:graphicData>
        </a:graphic>
      </p:graphicFrame>
      <p:sp>
        <p:nvSpPr>
          <p:cNvPr id="3" name="Text Box 3">
            <a:extLst>
              <a:ext uri="{FF2B5EF4-FFF2-40B4-BE49-F238E27FC236}">
                <a16:creationId xmlns:a16="http://schemas.microsoft.com/office/drawing/2014/main" id="{1AE59BCD-F8A6-16FB-7A7C-3DCB43F5A92E}"/>
              </a:ext>
            </a:extLst>
          </p:cNvPr>
          <p:cNvSpPr txBox="1">
            <a:spLocks noChangeArrowheads="1"/>
          </p:cNvSpPr>
          <p:nvPr/>
        </p:nvSpPr>
        <p:spPr bwMode="auto">
          <a:xfrm>
            <a:off x="411163" y="0"/>
            <a:ext cx="79454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dirty="0">
                <a:solidFill>
                  <a:schemeClr val="accent2">
                    <a:lumMod val="50000"/>
                  </a:schemeClr>
                </a:solidFill>
                <a:effectLst>
                  <a:outerShdw blurRad="38100" dist="38100" dir="2700000" algn="tl">
                    <a:srgbClr val="000000"/>
                  </a:outerShdw>
                </a:effectLst>
              </a:rPr>
              <a:t>System VM-based Partitioning  </a:t>
            </a:r>
          </a:p>
        </p:txBody>
      </p:sp>
    </p:spTree>
    <p:extLst>
      <p:ext uri="{BB962C8B-B14F-4D97-AF65-F5344CB8AC3E}">
        <p14:creationId xmlns:p14="http://schemas.microsoft.com/office/powerpoint/2010/main" val="17406984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79CD6036-1523-3D67-9339-B2BD96243A3A}"/>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EC2C4B73-6D52-290C-7E09-06D581FC1EB4}"/>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7237644D-BFE8-2377-DC95-C57D4BF6DD6C}"/>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80E1D483-CB91-5B5F-A3E0-E49D4DA55D53}"/>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17866F7E-433C-4250-6DEE-7E6949C48F06}"/>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C14AE1A0-9FC8-4DC2-F62B-31E8B577D8B7}"/>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51078776-945A-B95F-F455-40D88948C966}"/>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0D430F56-76AA-A25D-CBD1-6182C1685291}"/>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Object 2">
            <a:extLst>
              <a:ext uri="{FF2B5EF4-FFF2-40B4-BE49-F238E27FC236}">
                <a16:creationId xmlns:a16="http://schemas.microsoft.com/office/drawing/2014/main" id="{7E9B6752-53A2-9050-F658-29F558E841F7}"/>
              </a:ext>
            </a:extLst>
          </p:cNvPr>
          <p:cNvGraphicFramePr>
            <a:graphicFrameLocks noChangeAspect="1"/>
          </p:cNvGraphicFramePr>
          <p:nvPr>
            <p:extLst>
              <p:ext uri="{D42A27DB-BD31-4B8C-83A1-F6EECF244321}">
                <p14:modId xmlns:p14="http://schemas.microsoft.com/office/powerpoint/2010/main" val="2385803383"/>
              </p:ext>
            </p:extLst>
          </p:nvPr>
        </p:nvGraphicFramePr>
        <p:xfrm>
          <a:off x="2498984" y="752475"/>
          <a:ext cx="8537575" cy="5505450"/>
        </p:xfrm>
        <a:graphic>
          <a:graphicData uri="http://schemas.openxmlformats.org/presentationml/2006/ole">
            <mc:AlternateContent xmlns:mc="http://schemas.openxmlformats.org/markup-compatibility/2006">
              <mc:Choice xmlns:v="urn:schemas-microsoft-com:vml" Requires="v">
                <p:oleObj name="Photo Editor Photo" r:id="rId4" imgW="9411516" imgH="6530906" progId="MSPhotoEd.3">
                  <p:embed/>
                </p:oleObj>
              </mc:Choice>
              <mc:Fallback>
                <p:oleObj name="Photo Editor Photo" r:id="rId4" imgW="9411516" imgH="6530906" progId="MSPhotoEd.3">
                  <p:embed/>
                  <p:pic>
                    <p:nvPicPr>
                      <p:cNvPr id="173058" name="Object 2">
                        <a:extLst>
                          <a:ext uri="{FF2B5EF4-FFF2-40B4-BE49-F238E27FC236}">
                            <a16:creationId xmlns:a16="http://schemas.microsoft.com/office/drawing/2014/main" id="{FD537602-5001-57C7-F524-FA98E18556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8984" y="752475"/>
                        <a:ext cx="8537575" cy="550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 name="Text Box 3">
            <a:extLst>
              <a:ext uri="{FF2B5EF4-FFF2-40B4-BE49-F238E27FC236}">
                <a16:creationId xmlns:a16="http://schemas.microsoft.com/office/drawing/2014/main" id="{3385D6DC-26BC-5F71-ECC9-8077CF183E12}"/>
              </a:ext>
            </a:extLst>
          </p:cNvPr>
          <p:cNvSpPr txBox="1">
            <a:spLocks noChangeArrowheads="1"/>
          </p:cNvSpPr>
          <p:nvPr/>
        </p:nvSpPr>
        <p:spPr bwMode="auto">
          <a:xfrm>
            <a:off x="1104900" y="138113"/>
            <a:ext cx="72628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dirty="0">
                <a:solidFill>
                  <a:schemeClr val="accent2">
                    <a:lumMod val="50000"/>
                  </a:schemeClr>
                </a:solidFill>
                <a:effectLst>
                  <a:outerShdw blurRad="38100" dist="38100" dir="2700000" algn="tl">
                    <a:srgbClr val="000000"/>
                  </a:outerShdw>
                </a:effectLst>
              </a:rPr>
              <a:t>A Virtual Cluster on a Real Cluster</a:t>
            </a:r>
          </a:p>
        </p:txBody>
      </p:sp>
    </p:spTree>
    <p:extLst>
      <p:ext uri="{BB962C8B-B14F-4D97-AF65-F5344CB8AC3E}">
        <p14:creationId xmlns:p14="http://schemas.microsoft.com/office/powerpoint/2010/main" val="18332250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D759354-798D-46BF-268A-8CA3E6FE84A6}"/>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70A52487-2782-2BA2-33FC-D7957AF10B9C}"/>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4475767A-7063-1CEB-7630-4005045DBD58}"/>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7374154E-2D6D-6608-D67A-D01C745BFB53}"/>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7BCFC187-CDDE-9317-4CD5-68658E5A6A67}"/>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98DEF901-64ED-CD52-41B6-CD019CF133A4}"/>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5DAD28A9-FA4C-6A29-2398-04D7D4F47826}"/>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0142F8C9-E524-1638-882C-62DEC1EDD651}"/>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graphicFrame>
        <p:nvGraphicFramePr>
          <p:cNvPr id="2" name="Object 2">
            <a:extLst>
              <a:ext uri="{FF2B5EF4-FFF2-40B4-BE49-F238E27FC236}">
                <a16:creationId xmlns:a16="http://schemas.microsoft.com/office/drawing/2014/main" id="{D5566D65-6EA2-C36F-9FA1-49DE057F6AE4}"/>
              </a:ext>
            </a:extLst>
          </p:cNvPr>
          <p:cNvGraphicFramePr>
            <a:graphicFrameLocks noChangeAspect="1"/>
          </p:cNvGraphicFramePr>
          <p:nvPr>
            <p:extLst>
              <p:ext uri="{D42A27DB-BD31-4B8C-83A1-F6EECF244321}">
                <p14:modId xmlns:p14="http://schemas.microsoft.com/office/powerpoint/2010/main" val="3457347292"/>
              </p:ext>
            </p:extLst>
          </p:nvPr>
        </p:nvGraphicFramePr>
        <p:xfrm>
          <a:off x="3009343" y="860612"/>
          <a:ext cx="7731085" cy="5141212"/>
        </p:xfrm>
        <a:graphic>
          <a:graphicData uri="http://schemas.openxmlformats.org/presentationml/2006/ole">
            <mc:AlternateContent xmlns:mc="http://schemas.openxmlformats.org/markup-compatibility/2006">
              <mc:Choice xmlns:v="urn:schemas-microsoft-com:vml" Requires="v">
                <p:oleObj name="Photo Editor Photo" r:id="rId4" imgW="9297206" imgH="6614733" progId="MSPhotoEd.3">
                  <p:embed/>
                </p:oleObj>
              </mc:Choice>
              <mc:Fallback>
                <p:oleObj name="Photo Editor Photo" r:id="rId4" imgW="9297206" imgH="6614733" progId="MSPhotoEd.3">
                  <p:embed/>
                  <p:pic>
                    <p:nvPicPr>
                      <p:cNvPr id="175106" name="Object 2">
                        <a:extLst>
                          <a:ext uri="{FF2B5EF4-FFF2-40B4-BE49-F238E27FC236}">
                            <a16:creationId xmlns:a16="http://schemas.microsoft.com/office/drawing/2014/main" id="{1FB5B963-A44F-F36B-CA85-621AD737E9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9343" y="860612"/>
                        <a:ext cx="7731085" cy="5141212"/>
                      </a:xfrm>
                      <a:prstGeom prst="rect">
                        <a:avLst/>
                      </a:prstGeom>
                      <a:noFill/>
                      <a:ln>
                        <a:noFill/>
                      </a:ln>
                      <a:effectLst/>
                    </p:spPr>
                  </p:pic>
                </p:oleObj>
              </mc:Fallback>
            </mc:AlternateContent>
          </a:graphicData>
        </a:graphic>
      </p:graphicFrame>
      <p:sp>
        <p:nvSpPr>
          <p:cNvPr id="3" name="Text Box 3">
            <a:extLst>
              <a:ext uri="{FF2B5EF4-FFF2-40B4-BE49-F238E27FC236}">
                <a16:creationId xmlns:a16="http://schemas.microsoft.com/office/drawing/2014/main" id="{E7A3C6BC-FFF5-FEED-A9D1-402949BE54BE}"/>
              </a:ext>
            </a:extLst>
          </p:cNvPr>
          <p:cNvSpPr txBox="1">
            <a:spLocks noChangeArrowheads="1"/>
          </p:cNvSpPr>
          <p:nvPr/>
        </p:nvSpPr>
        <p:spPr bwMode="auto">
          <a:xfrm>
            <a:off x="2541494" y="147919"/>
            <a:ext cx="79068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800" dirty="0">
                <a:solidFill>
                  <a:schemeClr val="accent2">
                    <a:lumMod val="50000"/>
                  </a:schemeClr>
                </a:solidFill>
                <a:effectLst>
                  <a:outerShdw blurRad="38100" dist="38100" dir="2700000" algn="tl">
                    <a:srgbClr val="000000"/>
                  </a:outerShdw>
                </a:effectLst>
              </a:rPr>
              <a:t>Virtualization with Different Host and Guest ISAs</a:t>
            </a:r>
          </a:p>
        </p:txBody>
      </p:sp>
    </p:spTree>
    <p:extLst>
      <p:ext uri="{BB962C8B-B14F-4D97-AF65-F5344CB8AC3E}">
        <p14:creationId xmlns:p14="http://schemas.microsoft.com/office/powerpoint/2010/main" val="5781650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78ED17A-98B2-D970-654F-7A9EE30FC25E}"/>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89E61DAA-A199-7D62-DF8B-06A1F5FACAEC}"/>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99F58F68-98FB-0196-0354-625EDB984252}"/>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AA727326-F39A-4E94-7917-7866A97D97AD}"/>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9BD4AF7B-25D2-10EB-DCED-E0B17FAD8608}"/>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86FC2DEA-45D8-66DB-D403-D637B6A22EA1}"/>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A700A714-AAB8-88F4-3AE2-C6F3ED4AE2FD}"/>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1ED48F69-11B0-7B2D-2B16-4FFA47CF5D9C}"/>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128B03F0-6E70-FBDA-3AE6-D7B4DC35DC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2850" y="728660"/>
            <a:ext cx="8686800"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4">
            <a:extLst>
              <a:ext uri="{FF2B5EF4-FFF2-40B4-BE49-F238E27FC236}">
                <a16:creationId xmlns:a16="http://schemas.microsoft.com/office/drawing/2014/main" id="{618FE728-28CE-4126-0BB8-64790B2E5660}"/>
              </a:ext>
            </a:extLst>
          </p:cNvPr>
          <p:cNvSpPr txBox="1">
            <a:spLocks noChangeArrowheads="1"/>
          </p:cNvSpPr>
          <p:nvPr/>
        </p:nvSpPr>
        <p:spPr bwMode="auto">
          <a:xfrm>
            <a:off x="2712850" y="174811"/>
            <a:ext cx="60546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a:solidFill>
                  <a:schemeClr val="accent2">
                    <a:lumMod val="50000"/>
                  </a:schemeClr>
                </a:solidFill>
                <a:effectLst>
                  <a:outerShdw blurRad="38100" dist="38100" dir="2700000" algn="tl">
                    <a:srgbClr val="000000"/>
                  </a:outerShdw>
                </a:effectLst>
                <a:ea typeface="宋体" panose="02010600030101010101" pitchFamily="2" charset="-122"/>
              </a:rPr>
              <a:t>Parallax for VM Storage Management </a:t>
            </a:r>
            <a:endParaRPr lang="en-US" altLang="en-US" sz="2400" dirty="0">
              <a:solidFill>
                <a:schemeClr val="accent2">
                  <a:lumMod val="50000"/>
                </a:schemeClr>
              </a:solidFill>
              <a:effectLst>
                <a:outerShdw blurRad="38100" dist="38100" dir="2700000" algn="tl">
                  <a:srgbClr val="000000"/>
                </a:outerShdw>
              </a:effectLst>
            </a:endParaRPr>
          </a:p>
        </p:txBody>
      </p:sp>
    </p:spTree>
    <p:extLst>
      <p:ext uri="{BB962C8B-B14F-4D97-AF65-F5344CB8AC3E}">
        <p14:creationId xmlns:p14="http://schemas.microsoft.com/office/powerpoint/2010/main" val="20143395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9906172-5E03-1F09-EF12-9800C724D0AF}"/>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B10B5090-861D-D8E4-CA02-8178C77C6019}"/>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7F349413-06CA-3EB2-FAE0-F169247DC0E5}"/>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FB1D9125-A5E7-4945-1EB1-C7AA5FF8A9FB}"/>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CC4B2CFD-8898-9426-1A9A-60D36FF87118}"/>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A27302A3-DA53-28E5-191F-6518A4870ED0}"/>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D028DC13-4B19-A5ED-84D8-C0F63599F3F0}"/>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0D9D4622-8CB6-B18E-7825-FEFB04DC029B}"/>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D89FC3BF-4BB7-0383-4698-89BCD4EAB3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8245" y="738373"/>
            <a:ext cx="8776093" cy="55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4">
            <a:extLst>
              <a:ext uri="{FF2B5EF4-FFF2-40B4-BE49-F238E27FC236}">
                <a16:creationId xmlns:a16="http://schemas.microsoft.com/office/drawing/2014/main" id="{385E6F45-EA62-246C-B99A-F42DA8E8749A}"/>
              </a:ext>
            </a:extLst>
          </p:cNvPr>
          <p:cNvSpPr txBox="1">
            <a:spLocks noChangeArrowheads="1"/>
          </p:cNvSpPr>
          <p:nvPr/>
        </p:nvSpPr>
        <p:spPr bwMode="auto">
          <a:xfrm>
            <a:off x="2581835" y="215153"/>
            <a:ext cx="62240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2800" dirty="0">
                <a:solidFill>
                  <a:schemeClr val="accent2">
                    <a:lumMod val="50000"/>
                  </a:schemeClr>
                </a:solidFill>
                <a:effectLst>
                  <a:outerShdw blurRad="38100" dist="38100" dir="2700000" algn="tl">
                    <a:srgbClr val="000000"/>
                  </a:outerShdw>
                </a:effectLst>
              </a:rPr>
              <a:t>Cloud OS for Building Private Clouds </a:t>
            </a:r>
          </a:p>
        </p:txBody>
      </p:sp>
    </p:spTree>
    <p:extLst>
      <p:ext uri="{BB962C8B-B14F-4D97-AF65-F5344CB8AC3E}">
        <p14:creationId xmlns:p14="http://schemas.microsoft.com/office/powerpoint/2010/main" val="39151316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33D8A921-EF3B-846D-790B-95F04607023F}"/>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357E157C-793C-4D9E-3356-DE460C80297B}"/>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64D48CFD-6359-0DCA-6844-D2244E622F14}"/>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4430E1BD-A1DB-51A3-2E8A-A72BCA7E3B10}"/>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CFD09BE3-B8D4-4CB9-79DF-F007389828E8}"/>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F57AD549-6F27-7B1E-55F4-77643BA81954}"/>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C7F673F8-61FF-8290-479E-D0EAB36BED5E}"/>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CF82E52D-600C-83DB-E985-75D68ABDA44C}"/>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29B4841A-4610-C924-D9A3-E80BD79584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9614" y="1474470"/>
            <a:ext cx="8559800" cy="2030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4">
            <a:extLst>
              <a:ext uri="{FF2B5EF4-FFF2-40B4-BE49-F238E27FC236}">
                <a16:creationId xmlns:a16="http://schemas.microsoft.com/office/drawing/2014/main" id="{20430A78-FC87-6093-4D86-AB8A894BBA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7904" b="4350"/>
          <a:stretch>
            <a:fillRect/>
          </a:stretch>
        </p:blipFill>
        <p:spPr bwMode="auto">
          <a:xfrm>
            <a:off x="2720947" y="3742725"/>
            <a:ext cx="8499475" cy="2265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2">
            <a:extLst>
              <a:ext uri="{FF2B5EF4-FFF2-40B4-BE49-F238E27FC236}">
                <a16:creationId xmlns:a16="http://schemas.microsoft.com/office/drawing/2014/main" id="{07A4B760-3D1C-E5E8-FFE8-3BFDBC77C89C}"/>
              </a:ext>
            </a:extLst>
          </p:cNvPr>
          <p:cNvSpPr>
            <a:spLocks noChangeArrowheads="1"/>
          </p:cNvSpPr>
          <p:nvPr/>
        </p:nvSpPr>
        <p:spPr bwMode="auto">
          <a:xfrm>
            <a:off x="2607335" y="177885"/>
            <a:ext cx="823099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lnSpc>
                <a:spcPct val="90000"/>
              </a:lnSpc>
              <a:defRPr sz="4400" b="1">
                <a:solidFill>
                  <a:schemeClr val="tx2"/>
                </a:solidFill>
                <a:latin typeface="Arial" panose="020B0604020202020204" pitchFamily="34" charset="0"/>
                <a:ea typeface="ＭＳ Ｐゴシック" panose="020B0600070205080204" pitchFamily="34" charset="-128"/>
              </a:defRPr>
            </a:lvl1pPr>
            <a:lvl2pPr eaLnBrk="0" hangingPunct="0">
              <a:lnSpc>
                <a:spcPct val="90000"/>
              </a:lnSpc>
              <a:defRPr sz="4400" b="1">
                <a:solidFill>
                  <a:schemeClr val="tx2"/>
                </a:solidFill>
                <a:latin typeface="Arial" panose="020B0604020202020204" pitchFamily="34" charset="0"/>
                <a:ea typeface="ＭＳ Ｐゴシック" panose="020B0600070205080204" pitchFamily="34" charset="-128"/>
              </a:defRPr>
            </a:lvl2pPr>
            <a:lvl3pPr eaLnBrk="0" hangingPunct="0">
              <a:lnSpc>
                <a:spcPct val="90000"/>
              </a:lnSpc>
              <a:defRPr sz="4400" b="1">
                <a:solidFill>
                  <a:schemeClr val="tx2"/>
                </a:solidFill>
                <a:latin typeface="Arial" panose="020B0604020202020204" pitchFamily="34" charset="0"/>
                <a:ea typeface="ＭＳ Ｐゴシック" panose="020B0600070205080204" pitchFamily="34" charset="-128"/>
              </a:defRPr>
            </a:lvl3pPr>
            <a:lvl4pPr eaLnBrk="0" hangingPunct="0">
              <a:lnSpc>
                <a:spcPct val="90000"/>
              </a:lnSpc>
              <a:defRPr sz="4400" b="1">
                <a:solidFill>
                  <a:schemeClr val="tx2"/>
                </a:solidFill>
                <a:latin typeface="Arial" panose="020B0604020202020204" pitchFamily="34" charset="0"/>
                <a:ea typeface="ＭＳ Ｐゴシック" panose="020B0600070205080204" pitchFamily="34" charset="-128"/>
              </a:defRPr>
            </a:lvl4pPr>
            <a:lvl5pPr eaLnBrk="0" hangingPunct="0">
              <a:lnSpc>
                <a:spcPct val="90000"/>
              </a:lnSpc>
              <a:defRPr sz="4400" b="1">
                <a:solidFill>
                  <a:schemeClr val="tx2"/>
                </a:solidFill>
                <a:latin typeface="Arial" panose="020B0604020202020204" pitchFamily="34" charset="0"/>
                <a:ea typeface="ＭＳ Ｐゴシック" panose="020B0600070205080204" pitchFamily="34" charset="-128"/>
              </a:defRPr>
            </a:lvl5pPr>
            <a:lvl6pPr marL="457200" eaLnBrk="0" fontAlgn="base" hangingPunct="0">
              <a:lnSpc>
                <a:spcPct val="90000"/>
              </a:lnSpc>
              <a:spcBef>
                <a:spcPct val="0"/>
              </a:spcBef>
              <a:spcAft>
                <a:spcPct val="0"/>
              </a:spcAft>
              <a:defRPr sz="4400" b="1">
                <a:solidFill>
                  <a:schemeClr val="tx2"/>
                </a:solidFill>
                <a:latin typeface="Arial" panose="020B0604020202020204" pitchFamily="34" charset="0"/>
                <a:ea typeface="ＭＳ Ｐゴシック" panose="020B0600070205080204" pitchFamily="34" charset="-128"/>
              </a:defRPr>
            </a:lvl6pPr>
            <a:lvl7pPr marL="914400" eaLnBrk="0" fontAlgn="base" hangingPunct="0">
              <a:lnSpc>
                <a:spcPct val="90000"/>
              </a:lnSpc>
              <a:spcBef>
                <a:spcPct val="0"/>
              </a:spcBef>
              <a:spcAft>
                <a:spcPct val="0"/>
              </a:spcAft>
              <a:defRPr sz="4400" b="1">
                <a:solidFill>
                  <a:schemeClr val="tx2"/>
                </a:solidFill>
                <a:latin typeface="Arial" panose="020B0604020202020204" pitchFamily="34" charset="0"/>
                <a:ea typeface="ＭＳ Ｐゴシック" panose="020B0600070205080204" pitchFamily="34" charset="-128"/>
              </a:defRPr>
            </a:lvl7pPr>
            <a:lvl8pPr marL="1371600" eaLnBrk="0" fontAlgn="base" hangingPunct="0">
              <a:lnSpc>
                <a:spcPct val="90000"/>
              </a:lnSpc>
              <a:spcBef>
                <a:spcPct val="0"/>
              </a:spcBef>
              <a:spcAft>
                <a:spcPct val="0"/>
              </a:spcAft>
              <a:defRPr sz="4400" b="1">
                <a:solidFill>
                  <a:schemeClr val="tx2"/>
                </a:solidFill>
                <a:latin typeface="Arial" panose="020B0604020202020204" pitchFamily="34" charset="0"/>
                <a:ea typeface="ＭＳ Ｐゴシック" panose="020B0600070205080204" pitchFamily="34" charset="-128"/>
              </a:defRPr>
            </a:lvl8pPr>
            <a:lvl9pPr marL="1828800" eaLnBrk="0" fontAlgn="base" hangingPunct="0">
              <a:lnSpc>
                <a:spcPct val="90000"/>
              </a:lnSpc>
              <a:spcBef>
                <a:spcPct val="0"/>
              </a:spcBef>
              <a:spcAft>
                <a:spcPct val="0"/>
              </a:spcAft>
              <a:defRPr sz="4400" b="1">
                <a:solidFill>
                  <a:schemeClr val="tx2"/>
                </a:solidFill>
                <a:latin typeface="Arial" panose="020B0604020202020204" pitchFamily="34" charset="0"/>
                <a:ea typeface="ＭＳ Ｐゴシック" panose="020B0600070205080204" pitchFamily="34" charset="-128"/>
              </a:defRPr>
            </a:lvl9pPr>
          </a:lstStyle>
          <a:p>
            <a:pPr algn="ctr"/>
            <a:r>
              <a:rPr lang="en-US" altLang="en-US" sz="4000" dirty="0">
                <a:solidFill>
                  <a:schemeClr val="accent2">
                    <a:lumMod val="50000"/>
                  </a:schemeClr>
                </a:solidFill>
              </a:rPr>
              <a:t>Eucalyptus :</a:t>
            </a:r>
            <a:r>
              <a:rPr lang="en-US" altLang="en-US" sz="3600" b="0" dirty="0">
                <a:solidFill>
                  <a:schemeClr val="accent2">
                    <a:lumMod val="50000"/>
                  </a:schemeClr>
                </a:solidFill>
              </a:rPr>
              <a:t> </a:t>
            </a:r>
            <a:r>
              <a:rPr lang="en-US" altLang="en-US" sz="3200" dirty="0">
                <a:solidFill>
                  <a:schemeClr val="accent2">
                    <a:lumMod val="50000"/>
                  </a:schemeClr>
                </a:solidFill>
              </a:rPr>
              <a:t>An Open-Source OS for Setting Up and Managing Private Clouds  </a:t>
            </a:r>
            <a:br>
              <a:rPr lang="en-US" altLang="en-US" sz="2800" dirty="0">
                <a:solidFill>
                  <a:srgbClr val="66FFFF"/>
                </a:solidFill>
              </a:rPr>
            </a:br>
            <a:endParaRPr lang="en-US" altLang="en-US" sz="2800" dirty="0">
              <a:solidFill>
                <a:srgbClr val="66FFFF"/>
              </a:solidFill>
            </a:endParaRPr>
          </a:p>
        </p:txBody>
      </p:sp>
    </p:spTree>
    <p:extLst>
      <p:ext uri="{BB962C8B-B14F-4D97-AF65-F5344CB8AC3E}">
        <p14:creationId xmlns:p14="http://schemas.microsoft.com/office/powerpoint/2010/main" val="16085733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7181D9F9-E90C-B2E2-815C-27C59CB7050F}"/>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D1938A85-558D-2270-3051-3D2449B7A15F}"/>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350BC195-A59C-1F2A-EE0C-A99CB0D1FC0F}"/>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69D82F04-8982-E9B4-D8C2-BC33867C0D63}"/>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2E3EFC22-6AC7-CFF8-FCF8-876C6A1C634E}"/>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B0A73886-1C88-B4B0-8157-13CA01DCB3C7}"/>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85D6E5D7-B250-761F-1D7D-E3F9BD7AFE29}"/>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CDC2E4FD-0F50-D19B-9F74-B05FF0AD4EE9}"/>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3BB9EB00-8A3E-E77E-D3D0-23B8811FD2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730" y="529944"/>
            <a:ext cx="8303684" cy="547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41996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04DF94B-16F6-F97D-8DDC-9375630354FD}"/>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EBEFCC49-4A81-56D1-680D-01636360178F}"/>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39A59CE8-8474-444F-AD36-A1A4E7276781}"/>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E298C6F3-D5A3-038C-E9DB-EB0E5A2C4006}"/>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719B6DAC-304F-8214-FF32-DB7680346D86}"/>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B7F72F73-613C-AB4F-ECDE-AADA6DE2B544}"/>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1BC868E5-AC29-3A24-72D5-1FF03573C8C8}"/>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39D92701-0366-AAD4-478E-C740E1AA3903}"/>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2">
            <a:extLst>
              <a:ext uri="{FF2B5EF4-FFF2-40B4-BE49-F238E27FC236}">
                <a16:creationId xmlns:a16="http://schemas.microsoft.com/office/drawing/2014/main" id="{61BFE82C-6E6C-2A3F-0BD5-92C0BC0F5B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6200"/>
          <a:stretch>
            <a:fillRect/>
          </a:stretch>
        </p:blipFill>
        <p:spPr bwMode="auto">
          <a:xfrm>
            <a:off x="2790457" y="228600"/>
            <a:ext cx="7931437" cy="6581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26809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5DEE11C-A0F7-AE66-CBED-A0B483D6AB2D}"/>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BA6FC416-8DC3-D24B-F744-C8BEBD160ED3}"/>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5E8F26C8-A64C-FF6D-1AE6-49A4D5B27906}"/>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96D2601C-2A6B-CF11-2EEC-A1A16C4614BB}"/>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3262F65D-C37A-934D-CC63-2568A03D8BA2}"/>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E91D1968-81F3-5CAA-4772-BB52DC7DCFE8}"/>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CCCFDAD4-1C39-D44E-649A-B2DD5038DCD8}"/>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9701A532-FCF8-1261-89AE-951A684B801C}"/>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grpSp>
        <p:nvGrpSpPr>
          <p:cNvPr id="3" name="Group 72">
            <a:extLst>
              <a:ext uri="{FF2B5EF4-FFF2-40B4-BE49-F238E27FC236}">
                <a16:creationId xmlns:a16="http://schemas.microsoft.com/office/drawing/2014/main" id="{18FA627A-8904-7287-E472-52EE667ABB21}"/>
              </a:ext>
            </a:extLst>
          </p:cNvPr>
          <p:cNvGrpSpPr>
            <a:grpSpLocks/>
          </p:cNvGrpSpPr>
          <p:nvPr/>
        </p:nvGrpSpPr>
        <p:grpSpPr bwMode="auto">
          <a:xfrm>
            <a:off x="2698244" y="537691"/>
            <a:ext cx="8501170" cy="5902798"/>
            <a:chOff x="113" y="528"/>
            <a:chExt cx="5442" cy="3529"/>
          </a:xfrm>
        </p:grpSpPr>
        <p:sp>
          <p:nvSpPr>
            <p:cNvPr id="4" name="AutoShape 44" descr="Wave">
              <a:extLst>
                <a:ext uri="{FF2B5EF4-FFF2-40B4-BE49-F238E27FC236}">
                  <a16:creationId xmlns:a16="http://schemas.microsoft.com/office/drawing/2014/main" id="{74923A48-B972-654A-AA38-596CE1490AA5}"/>
                </a:ext>
              </a:extLst>
            </p:cNvPr>
            <p:cNvSpPr>
              <a:spLocks noChangeArrowheads="1"/>
            </p:cNvSpPr>
            <p:nvPr/>
          </p:nvSpPr>
          <p:spPr bwMode="auto">
            <a:xfrm>
              <a:off x="984" y="1145"/>
              <a:ext cx="3021" cy="2164"/>
            </a:xfrm>
            <a:prstGeom prst="flowChartAlternateProcess">
              <a:avLst/>
            </a:prstGeom>
            <a:pattFill prst="wave">
              <a:fgClr>
                <a:srgbClr val="389EBE">
                  <a:alpha val="49019"/>
                </a:srgbClr>
              </a:fgClr>
              <a:bgClr>
                <a:schemeClr val="bg1">
                  <a:alpha val="49019"/>
                </a:schemeClr>
              </a:bgClr>
            </a:pattFill>
            <a:ln w="50800">
              <a:solidFill>
                <a:srgbClr val="6FA1D5"/>
              </a:solidFill>
              <a:miter lim="800000"/>
              <a:headEnd/>
              <a:tailEnd/>
            </a:ln>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b="0">
                <a:ea typeface="宋体" panose="02010600030101010101" pitchFamily="2" charset="-122"/>
              </a:endParaRPr>
            </a:p>
          </p:txBody>
        </p:sp>
        <p:sp>
          <p:nvSpPr>
            <p:cNvPr id="5" name="AutoShape 45">
              <a:extLst>
                <a:ext uri="{FF2B5EF4-FFF2-40B4-BE49-F238E27FC236}">
                  <a16:creationId xmlns:a16="http://schemas.microsoft.com/office/drawing/2014/main" id="{D151FE5A-EF8D-3A2A-51EC-A8B83978275D}"/>
                </a:ext>
              </a:extLst>
            </p:cNvPr>
            <p:cNvSpPr>
              <a:spLocks noChangeArrowheads="1"/>
            </p:cNvSpPr>
            <p:nvPr/>
          </p:nvSpPr>
          <p:spPr bwMode="auto">
            <a:xfrm rot="399751">
              <a:off x="1584" y="528"/>
              <a:ext cx="2063" cy="484"/>
            </a:xfrm>
            <a:prstGeom prst="irregularSeal2">
              <a:avLst/>
            </a:prstGeom>
            <a:gradFill rotWithShape="1">
              <a:gsLst>
                <a:gs pos="0">
                  <a:srgbClr val="FF7D7D"/>
                </a:gs>
                <a:gs pos="100000">
                  <a:schemeClr val="bg1"/>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b="0">
                <a:ea typeface="宋体" panose="02010600030101010101" pitchFamily="2" charset="-122"/>
              </a:endParaRPr>
            </a:p>
          </p:txBody>
        </p:sp>
        <p:sp>
          <p:nvSpPr>
            <p:cNvPr id="6" name="Rectangle 48">
              <a:extLst>
                <a:ext uri="{FF2B5EF4-FFF2-40B4-BE49-F238E27FC236}">
                  <a16:creationId xmlns:a16="http://schemas.microsoft.com/office/drawing/2014/main" id="{F1CAA7E3-352B-49D4-2130-AC11234B0D6E}"/>
                </a:ext>
              </a:extLst>
            </p:cNvPr>
            <p:cNvSpPr>
              <a:spLocks noChangeArrowheads="1"/>
            </p:cNvSpPr>
            <p:nvPr/>
          </p:nvSpPr>
          <p:spPr bwMode="auto">
            <a:xfrm>
              <a:off x="1760" y="1323"/>
              <a:ext cx="1362" cy="353"/>
            </a:xfrm>
            <a:prstGeom prst="rect">
              <a:avLst/>
            </a:prstGeom>
            <a:gradFill rotWithShape="1">
              <a:gsLst>
                <a:gs pos="0">
                  <a:srgbClr val="0E9E7C"/>
                </a:gs>
                <a:gs pos="50000">
                  <a:schemeClr val="bg1"/>
                </a:gs>
                <a:gs pos="100000">
                  <a:srgbClr val="0E9E7C"/>
                </a:gs>
              </a:gsLst>
              <a:lin ang="0" scaled="1"/>
            </a:gradFill>
            <a:ln w="9525">
              <a:noFill/>
              <a:miter lim="800000"/>
              <a:headEnd/>
              <a:tailEnd/>
            </a:ln>
            <a:effec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b="0">
                <a:ea typeface="宋体" panose="02010600030101010101" pitchFamily="2" charset="-122"/>
              </a:endParaRPr>
            </a:p>
          </p:txBody>
        </p:sp>
        <p:pic>
          <p:nvPicPr>
            <p:cNvPr id="7" name="Picture 49" descr="Tenant-2">
              <a:extLst>
                <a:ext uri="{FF2B5EF4-FFF2-40B4-BE49-F238E27FC236}">
                  <a16:creationId xmlns:a16="http://schemas.microsoft.com/office/drawing/2014/main" id="{AA80AB7A-3B5A-F498-E7D1-1DF0836C39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3" y="1311"/>
              <a:ext cx="661"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3">
              <a:extLst>
                <a:ext uri="{FF2B5EF4-FFF2-40B4-BE49-F238E27FC236}">
                  <a16:creationId xmlns:a16="http://schemas.microsoft.com/office/drawing/2014/main" id="{4B7E6F35-CEE0-F86A-B9A3-4BA2BD7D4352}"/>
                </a:ext>
              </a:extLst>
            </p:cNvPr>
            <p:cNvSpPr txBox="1">
              <a:spLocks noChangeArrowheads="1"/>
            </p:cNvSpPr>
            <p:nvPr/>
          </p:nvSpPr>
          <p:spPr bwMode="auto">
            <a:xfrm>
              <a:off x="2653" y="1410"/>
              <a:ext cx="94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600">
                  <a:cs typeface="Arial" panose="020B0604020202020204" pitchFamily="34" charset="0"/>
                </a:rPr>
                <a:t>Tenant #2</a:t>
              </a:r>
            </a:p>
          </p:txBody>
        </p:sp>
        <p:grpSp>
          <p:nvGrpSpPr>
            <p:cNvPr id="9" name="Group 51">
              <a:extLst>
                <a:ext uri="{FF2B5EF4-FFF2-40B4-BE49-F238E27FC236}">
                  <a16:creationId xmlns:a16="http://schemas.microsoft.com/office/drawing/2014/main" id="{EC77AD4B-7FE1-7B40-CD03-54DD1F081806}"/>
                </a:ext>
              </a:extLst>
            </p:cNvPr>
            <p:cNvGrpSpPr>
              <a:grpSpLocks/>
            </p:cNvGrpSpPr>
            <p:nvPr/>
          </p:nvGrpSpPr>
          <p:grpSpPr bwMode="auto">
            <a:xfrm>
              <a:off x="2170" y="1371"/>
              <a:ext cx="649" cy="268"/>
              <a:chOff x="3072" y="2017"/>
              <a:chExt cx="424" cy="287"/>
            </a:xfrm>
          </p:grpSpPr>
          <p:sp>
            <p:nvSpPr>
              <p:cNvPr id="129" name="Rounded Rectangle 29">
                <a:extLst>
                  <a:ext uri="{FF2B5EF4-FFF2-40B4-BE49-F238E27FC236}">
                    <a16:creationId xmlns:a16="http://schemas.microsoft.com/office/drawing/2014/main" id="{DC980247-B2E6-C859-7193-45BC91D59238}"/>
                  </a:ext>
                </a:extLst>
              </p:cNvPr>
              <p:cNvSpPr>
                <a:spLocks noChangeArrowheads="1"/>
              </p:cNvSpPr>
              <p:nvPr/>
            </p:nvSpPr>
            <p:spPr bwMode="auto">
              <a:xfrm>
                <a:off x="3072" y="2017"/>
                <a:ext cx="175" cy="287"/>
              </a:xfrm>
              <a:prstGeom prst="roundRect">
                <a:avLst>
                  <a:gd name="adj" fmla="val 16667"/>
                </a:avLst>
              </a:prstGeom>
              <a:solidFill>
                <a:srgbClr val="BAF7C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1400" b="0">
                  <a:ea typeface="宋体" panose="02010600030101010101" pitchFamily="2" charset="-122"/>
                </a:endParaRPr>
              </a:p>
            </p:txBody>
          </p:sp>
          <p:sp>
            <p:nvSpPr>
              <p:cNvPr id="130" name="Rounded Rectangle 31">
                <a:extLst>
                  <a:ext uri="{FF2B5EF4-FFF2-40B4-BE49-F238E27FC236}">
                    <a16:creationId xmlns:a16="http://schemas.microsoft.com/office/drawing/2014/main" id="{1B4CA337-1AC4-A9AD-B0A9-107BD3A3D327}"/>
                  </a:ext>
                </a:extLst>
              </p:cNvPr>
              <p:cNvSpPr>
                <a:spLocks noChangeArrowheads="1"/>
              </p:cNvSpPr>
              <p:nvPr/>
            </p:nvSpPr>
            <p:spPr bwMode="auto">
              <a:xfrm>
                <a:off x="3092" y="2039"/>
                <a:ext cx="136" cy="114"/>
              </a:xfrm>
              <a:prstGeom prst="roundRect">
                <a:avLst>
                  <a:gd name="adj" fmla="val 16667"/>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000" b="0">
                    <a:cs typeface="Arial" panose="020B0604020202020204" pitchFamily="34" charset="0"/>
                  </a:rPr>
                  <a:t>APP</a:t>
                </a:r>
              </a:p>
            </p:txBody>
          </p:sp>
          <p:sp>
            <p:nvSpPr>
              <p:cNvPr id="131" name="Rounded Rectangle 32">
                <a:extLst>
                  <a:ext uri="{FF2B5EF4-FFF2-40B4-BE49-F238E27FC236}">
                    <a16:creationId xmlns:a16="http://schemas.microsoft.com/office/drawing/2014/main" id="{F14F1498-C32D-64A6-E85E-B028CDCB9352}"/>
                  </a:ext>
                </a:extLst>
              </p:cNvPr>
              <p:cNvSpPr>
                <a:spLocks noChangeArrowheads="1"/>
              </p:cNvSpPr>
              <p:nvPr/>
            </p:nvSpPr>
            <p:spPr bwMode="auto">
              <a:xfrm>
                <a:off x="3092" y="2166"/>
                <a:ext cx="136" cy="114"/>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000" b="0">
                    <a:cs typeface="Arial" panose="020B0604020202020204" pitchFamily="34" charset="0"/>
                  </a:rPr>
                  <a:t>OS</a:t>
                </a:r>
              </a:p>
            </p:txBody>
          </p:sp>
          <p:sp>
            <p:nvSpPr>
              <p:cNvPr id="132" name="Rounded Rectangle 29">
                <a:extLst>
                  <a:ext uri="{FF2B5EF4-FFF2-40B4-BE49-F238E27FC236}">
                    <a16:creationId xmlns:a16="http://schemas.microsoft.com/office/drawing/2014/main" id="{DE1ACFC9-886D-BFFD-5E37-6739CC405478}"/>
                  </a:ext>
                </a:extLst>
              </p:cNvPr>
              <p:cNvSpPr>
                <a:spLocks noChangeArrowheads="1"/>
              </p:cNvSpPr>
              <p:nvPr/>
            </p:nvSpPr>
            <p:spPr bwMode="auto">
              <a:xfrm>
                <a:off x="3321" y="2017"/>
                <a:ext cx="175" cy="287"/>
              </a:xfrm>
              <a:prstGeom prst="roundRect">
                <a:avLst>
                  <a:gd name="adj" fmla="val 16667"/>
                </a:avLst>
              </a:prstGeom>
              <a:solidFill>
                <a:srgbClr val="BAF7C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1400" b="0">
                  <a:ea typeface="宋体" panose="02010600030101010101" pitchFamily="2" charset="-122"/>
                </a:endParaRPr>
              </a:p>
            </p:txBody>
          </p:sp>
          <p:sp>
            <p:nvSpPr>
              <p:cNvPr id="133" name="Rounded Rectangle 31">
                <a:extLst>
                  <a:ext uri="{FF2B5EF4-FFF2-40B4-BE49-F238E27FC236}">
                    <a16:creationId xmlns:a16="http://schemas.microsoft.com/office/drawing/2014/main" id="{DA15AB8D-89BA-A074-24AD-F868D4E7FD21}"/>
                  </a:ext>
                </a:extLst>
              </p:cNvPr>
              <p:cNvSpPr>
                <a:spLocks noChangeArrowheads="1"/>
              </p:cNvSpPr>
              <p:nvPr/>
            </p:nvSpPr>
            <p:spPr bwMode="auto">
              <a:xfrm>
                <a:off x="3341" y="2039"/>
                <a:ext cx="135" cy="114"/>
              </a:xfrm>
              <a:prstGeom prst="roundRect">
                <a:avLst>
                  <a:gd name="adj" fmla="val 16667"/>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000" b="0">
                    <a:cs typeface="Arial" panose="020B0604020202020204" pitchFamily="34" charset="0"/>
                  </a:rPr>
                  <a:t>APP</a:t>
                </a:r>
              </a:p>
            </p:txBody>
          </p:sp>
          <p:sp>
            <p:nvSpPr>
              <p:cNvPr id="134" name="Rounded Rectangle 32">
                <a:extLst>
                  <a:ext uri="{FF2B5EF4-FFF2-40B4-BE49-F238E27FC236}">
                    <a16:creationId xmlns:a16="http://schemas.microsoft.com/office/drawing/2014/main" id="{39A67DE9-0EE4-DFB4-99A2-CD667EF7CFF6}"/>
                  </a:ext>
                </a:extLst>
              </p:cNvPr>
              <p:cNvSpPr>
                <a:spLocks noChangeArrowheads="1"/>
              </p:cNvSpPr>
              <p:nvPr/>
            </p:nvSpPr>
            <p:spPr bwMode="auto">
              <a:xfrm>
                <a:off x="3341" y="2166"/>
                <a:ext cx="135" cy="114"/>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000" b="0">
                    <a:cs typeface="Arial" panose="020B0604020202020204" pitchFamily="34" charset="0"/>
                  </a:rPr>
                  <a:t>OS</a:t>
                </a:r>
              </a:p>
            </p:txBody>
          </p:sp>
        </p:grpSp>
        <p:sp>
          <p:nvSpPr>
            <p:cNvPr id="10" name="Text Box 58">
              <a:extLst>
                <a:ext uri="{FF2B5EF4-FFF2-40B4-BE49-F238E27FC236}">
                  <a16:creationId xmlns:a16="http://schemas.microsoft.com/office/drawing/2014/main" id="{7769C874-250D-C4F2-4A6F-AA83A1D14B99}"/>
                </a:ext>
              </a:extLst>
            </p:cNvPr>
            <p:cNvSpPr txBox="1">
              <a:spLocks noChangeArrowheads="1"/>
            </p:cNvSpPr>
            <p:nvPr/>
          </p:nvSpPr>
          <p:spPr bwMode="auto">
            <a:xfrm>
              <a:off x="1588" y="1674"/>
              <a:ext cx="20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1600">
                  <a:cs typeface="Arial" panose="020B0604020202020204" pitchFamily="34" charset="0"/>
                </a:rPr>
                <a:t>Virtual Infrastructure</a:t>
              </a:r>
            </a:p>
          </p:txBody>
        </p:sp>
        <p:sp>
          <p:nvSpPr>
            <p:cNvPr id="11" name="AutoShape 59">
              <a:extLst>
                <a:ext uri="{FF2B5EF4-FFF2-40B4-BE49-F238E27FC236}">
                  <a16:creationId xmlns:a16="http://schemas.microsoft.com/office/drawing/2014/main" id="{59AEABFF-816B-0FE6-0552-0B7B6C3D79E5}"/>
                </a:ext>
              </a:extLst>
            </p:cNvPr>
            <p:cNvSpPr>
              <a:spLocks noChangeArrowheads="1"/>
            </p:cNvSpPr>
            <p:nvPr/>
          </p:nvSpPr>
          <p:spPr bwMode="auto">
            <a:xfrm>
              <a:off x="1163" y="1226"/>
              <a:ext cx="2725" cy="584"/>
            </a:xfrm>
            <a:prstGeom prst="flowChartAlternateProcess">
              <a:avLst/>
            </a:prstGeom>
            <a:noFill/>
            <a:ln w="50800">
              <a:solidFill>
                <a:srgbClr val="8BF1A3"/>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b="0">
                <a:ea typeface="宋体" panose="02010600030101010101" pitchFamily="2" charset="-122"/>
              </a:endParaRPr>
            </a:p>
          </p:txBody>
        </p:sp>
        <p:pic>
          <p:nvPicPr>
            <p:cNvPr id="12" name="Picture 5" descr="IRM-infraBox">
              <a:extLst>
                <a:ext uri="{FF2B5EF4-FFF2-40B4-BE49-F238E27FC236}">
                  <a16:creationId xmlns:a16="http://schemas.microsoft.com/office/drawing/2014/main" id="{F13B7946-D3FC-98C8-E99C-FDC756A871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1489" y="2795"/>
              <a:ext cx="2216"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13">
              <a:extLst>
                <a:ext uri="{FF2B5EF4-FFF2-40B4-BE49-F238E27FC236}">
                  <a16:creationId xmlns:a16="http://schemas.microsoft.com/office/drawing/2014/main" id="{35D4C782-AB56-6DA3-EBCA-45A18EF8B86F}"/>
                </a:ext>
              </a:extLst>
            </p:cNvPr>
            <p:cNvSpPr txBox="1">
              <a:spLocks noChangeArrowheads="1"/>
            </p:cNvSpPr>
            <p:nvPr/>
          </p:nvSpPr>
          <p:spPr bwMode="gray">
            <a:xfrm>
              <a:off x="1255" y="3476"/>
              <a:ext cx="262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600">
                  <a:cs typeface="Arial" panose="020B0604020202020204" pitchFamily="34" charset="0"/>
                </a:rPr>
                <a:t>Physical Infrastructure</a:t>
              </a:r>
            </a:p>
          </p:txBody>
        </p:sp>
        <p:pic>
          <p:nvPicPr>
            <p:cNvPr id="14" name="Picture 63" descr="disc blue">
              <a:extLst>
                <a:ext uri="{FF2B5EF4-FFF2-40B4-BE49-F238E27FC236}">
                  <a16:creationId xmlns:a16="http://schemas.microsoft.com/office/drawing/2014/main" id="{B03C6AA1-2022-1B90-6EA4-8E594C4B93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93" y="2916"/>
              <a:ext cx="33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64" descr="server">
              <a:extLst>
                <a:ext uri="{FF2B5EF4-FFF2-40B4-BE49-F238E27FC236}">
                  <a16:creationId xmlns:a16="http://schemas.microsoft.com/office/drawing/2014/main" id="{49FA5CB3-05E5-9206-C9CC-1840C0C674E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53" y="2873"/>
              <a:ext cx="312"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65" descr="Switch">
              <a:extLst>
                <a:ext uri="{FF2B5EF4-FFF2-40B4-BE49-F238E27FC236}">
                  <a16:creationId xmlns:a16="http://schemas.microsoft.com/office/drawing/2014/main" id="{F84385F9-5D7E-FD74-96EC-889933D3E9C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68" y="2976"/>
              <a:ext cx="543"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66">
              <a:extLst>
                <a:ext uri="{FF2B5EF4-FFF2-40B4-BE49-F238E27FC236}">
                  <a16:creationId xmlns:a16="http://schemas.microsoft.com/office/drawing/2014/main" id="{756FCD65-12BF-ECA6-1E83-82EE3D7A1CA0}"/>
                </a:ext>
              </a:extLst>
            </p:cNvPr>
            <p:cNvSpPr txBox="1">
              <a:spLocks noChangeArrowheads="1"/>
            </p:cNvSpPr>
            <p:nvPr/>
          </p:nvSpPr>
          <p:spPr bwMode="auto">
            <a:xfrm>
              <a:off x="1466" y="3087"/>
              <a:ext cx="22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1600">
                  <a:cs typeface="Arial" panose="020B0604020202020204" pitchFamily="34" charset="0"/>
                </a:rPr>
                <a:t>Cloud Provider</a:t>
              </a:r>
            </a:p>
          </p:txBody>
        </p:sp>
        <p:sp>
          <p:nvSpPr>
            <p:cNvPr id="18" name="Rectangle 68">
              <a:extLst>
                <a:ext uri="{FF2B5EF4-FFF2-40B4-BE49-F238E27FC236}">
                  <a16:creationId xmlns:a16="http://schemas.microsoft.com/office/drawing/2014/main" id="{8ED140DF-778D-E43E-A8D1-2E89AB9B5867}"/>
                </a:ext>
              </a:extLst>
            </p:cNvPr>
            <p:cNvSpPr>
              <a:spLocks noChangeArrowheads="1"/>
            </p:cNvSpPr>
            <p:nvPr/>
          </p:nvSpPr>
          <p:spPr bwMode="auto">
            <a:xfrm>
              <a:off x="1735" y="2133"/>
              <a:ext cx="1446" cy="359"/>
            </a:xfrm>
            <a:prstGeom prst="rect">
              <a:avLst/>
            </a:prstGeom>
            <a:gradFill rotWithShape="1">
              <a:gsLst>
                <a:gs pos="0">
                  <a:srgbClr val="896DEF"/>
                </a:gs>
                <a:gs pos="50000">
                  <a:schemeClr val="bg1"/>
                </a:gs>
                <a:gs pos="100000">
                  <a:srgbClr val="896DEF"/>
                </a:gs>
              </a:gsLst>
              <a:lin ang="0" scaled="1"/>
            </a:gradFill>
            <a:ln w="9525">
              <a:noFill/>
              <a:miter lim="800000"/>
              <a:headEnd/>
              <a:tailEnd/>
            </a:ln>
            <a:effec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b="0">
                <a:ea typeface="宋体" panose="02010600030101010101" pitchFamily="2" charset="-122"/>
              </a:endParaRPr>
            </a:p>
          </p:txBody>
        </p:sp>
        <p:pic>
          <p:nvPicPr>
            <p:cNvPr id="19" name="Picture 69" descr="Tenant-1">
              <a:extLst>
                <a:ext uri="{FF2B5EF4-FFF2-40B4-BE49-F238E27FC236}">
                  <a16:creationId xmlns:a16="http://schemas.microsoft.com/office/drawing/2014/main" id="{708AF154-E8F6-A148-CFB2-470F9195586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2" y="2124"/>
              <a:ext cx="664"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70">
              <a:extLst>
                <a:ext uri="{FF2B5EF4-FFF2-40B4-BE49-F238E27FC236}">
                  <a16:creationId xmlns:a16="http://schemas.microsoft.com/office/drawing/2014/main" id="{EA167806-672D-8836-D411-249E668E5D3B}"/>
                </a:ext>
              </a:extLst>
            </p:cNvPr>
            <p:cNvGrpSpPr>
              <a:grpSpLocks/>
            </p:cNvGrpSpPr>
            <p:nvPr/>
          </p:nvGrpSpPr>
          <p:grpSpPr bwMode="auto">
            <a:xfrm>
              <a:off x="2098" y="2180"/>
              <a:ext cx="655" cy="270"/>
              <a:chOff x="594" y="2016"/>
              <a:chExt cx="426" cy="288"/>
            </a:xfrm>
          </p:grpSpPr>
          <p:sp>
            <p:nvSpPr>
              <p:cNvPr id="58" name="Rounded Rectangle 29">
                <a:extLst>
                  <a:ext uri="{FF2B5EF4-FFF2-40B4-BE49-F238E27FC236}">
                    <a16:creationId xmlns:a16="http://schemas.microsoft.com/office/drawing/2014/main" id="{20C016E2-1365-1981-A6A7-50AC6F9AB9F3}"/>
                  </a:ext>
                </a:extLst>
              </p:cNvPr>
              <p:cNvSpPr>
                <a:spLocks noChangeArrowheads="1"/>
              </p:cNvSpPr>
              <p:nvPr/>
            </p:nvSpPr>
            <p:spPr bwMode="auto">
              <a:xfrm>
                <a:off x="594" y="2016"/>
                <a:ext cx="176" cy="288"/>
              </a:xfrm>
              <a:prstGeom prst="roundRect">
                <a:avLst>
                  <a:gd name="adj" fmla="val 16667"/>
                </a:avLst>
              </a:prstGeom>
              <a:solidFill>
                <a:srgbClr val="C9BDF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1400" b="0" u="sng">
                  <a:ea typeface="宋体" panose="02010600030101010101" pitchFamily="2" charset="-122"/>
                </a:endParaRPr>
              </a:p>
            </p:txBody>
          </p:sp>
          <p:sp>
            <p:nvSpPr>
              <p:cNvPr id="59" name="Rounded Rectangle 31">
                <a:extLst>
                  <a:ext uri="{FF2B5EF4-FFF2-40B4-BE49-F238E27FC236}">
                    <a16:creationId xmlns:a16="http://schemas.microsoft.com/office/drawing/2014/main" id="{EFA1ED5F-5CB9-990C-4CFC-693E62A294C9}"/>
                  </a:ext>
                </a:extLst>
              </p:cNvPr>
              <p:cNvSpPr>
                <a:spLocks noChangeArrowheads="1"/>
              </p:cNvSpPr>
              <p:nvPr/>
            </p:nvSpPr>
            <p:spPr bwMode="auto">
              <a:xfrm>
                <a:off x="614" y="2038"/>
                <a:ext cx="136" cy="115"/>
              </a:xfrm>
              <a:prstGeom prst="roundRect">
                <a:avLst>
                  <a:gd name="adj" fmla="val 16667"/>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000" b="0">
                    <a:cs typeface="Arial" panose="020B0604020202020204" pitchFamily="34" charset="0"/>
                  </a:rPr>
                  <a:t>APP</a:t>
                </a:r>
              </a:p>
            </p:txBody>
          </p:sp>
          <p:sp>
            <p:nvSpPr>
              <p:cNvPr id="60" name="Rounded Rectangle 32">
                <a:extLst>
                  <a:ext uri="{FF2B5EF4-FFF2-40B4-BE49-F238E27FC236}">
                    <a16:creationId xmlns:a16="http://schemas.microsoft.com/office/drawing/2014/main" id="{0C8AE6FD-A343-D96C-2DE7-1F1CC2A2D345}"/>
                  </a:ext>
                </a:extLst>
              </p:cNvPr>
              <p:cNvSpPr>
                <a:spLocks noChangeArrowheads="1"/>
              </p:cNvSpPr>
              <p:nvPr/>
            </p:nvSpPr>
            <p:spPr bwMode="auto">
              <a:xfrm>
                <a:off x="614" y="2166"/>
                <a:ext cx="136" cy="114"/>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200" b="0">
                    <a:cs typeface="Arial" panose="020B0604020202020204" pitchFamily="34" charset="0"/>
                  </a:rPr>
                  <a:t>OS</a:t>
                </a:r>
              </a:p>
            </p:txBody>
          </p:sp>
          <p:sp>
            <p:nvSpPr>
              <p:cNvPr id="61" name="Rounded Rectangle 29">
                <a:extLst>
                  <a:ext uri="{FF2B5EF4-FFF2-40B4-BE49-F238E27FC236}">
                    <a16:creationId xmlns:a16="http://schemas.microsoft.com/office/drawing/2014/main" id="{2AB8FDD7-95A3-FBB5-0D04-0D7D6DF76977}"/>
                  </a:ext>
                </a:extLst>
              </p:cNvPr>
              <p:cNvSpPr>
                <a:spLocks noChangeArrowheads="1"/>
              </p:cNvSpPr>
              <p:nvPr/>
            </p:nvSpPr>
            <p:spPr bwMode="auto">
              <a:xfrm>
                <a:off x="844" y="2016"/>
                <a:ext cx="176" cy="288"/>
              </a:xfrm>
              <a:prstGeom prst="roundRect">
                <a:avLst>
                  <a:gd name="adj" fmla="val 16667"/>
                </a:avLst>
              </a:prstGeom>
              <a:solidFill>
                <a:srgbClr val="C9BDF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1400" b="0" u="sng">
                  <a:ea typeface="宋体" panose="02010600030101010101" pitchFamily="2" charset="-122"/>
                </a:endParaRPr>
              </a:p>
            </p:txBody>
          </p:sp>
          <p:grpSp>
            <p:nvGrpSpPr>
              <p:cNvPr id="62" name="Group 75">
                <a:extLst>
                  <a:ext uri="{FF2B5EF4-FFF2-40B4-BE49-F238E27FC236}">
                    <a16:creationId xmlns:a16="http://schemas.microsoft.com/office/drawing/2014/main" id="{C536E9ED-2D34-00FB-D2C4-4D30B037E9AC}"/>
                  </a:ext>
                </a:extLst>
              </p:cNvPr>
              <p:cNvGrpSpPr>
                <a:grpSpLocks/>
              </p:cNvGrpSpPr>
              <p:nvPr/>
            </p:nvGrpSpPr>
            <p:grpSpPr bwMode="auto">
              <a:xfrm>
                <a:off x="864" y="2038"/>
                <a:ext cx="136" cy="242"/>
                <a:chOff x="1068" y="2713"/>
                <a:chExt cx="157" cy="279"/>
              </a:xfrm>
            </p:grpSpPr>
            <p:sp>
              <p:nvSpPr>
                <p:cNvPr id="63" name="Rounded Rectangle 31">
                  <a:extLst>
                    <a:ext uri="{FF2B5EF4-FFF2-40B4-BE49-F238E27FC236}">
                      <a16:creationId xmlns:a16="http://schemas.microsoft.com/office/drawing/2014/main" id="{59EF074B-56E3-5009-8527-2F1CFC1DEB2B}"/>
                    </a:ext>
                  </a:extLst>
                </p:cNvPr>
                <p:cNvSpPr>
                  <a:spLocks noChangeArrowheads="1"/>
                </p:cNvSpPr>
                <p:nvPr/>
              </p:nvSpPr>
              <p:spPr bwMode="auto">
                <a:xfrm>
                  <a:off x="1068" y="2713"/>
                  <a:ext cx="157" cy="132"/>
                </a:xfrm>
                <a:prstGeom prst="roundRect">
                  <a:avLst>
                    <a:gd name="adj" fmla="val 16667"/>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000" b="0">
                      <a:cs typeface="Arial" panose="020B0604020202020204" pitchFamily="34" charset="0"/>
                    </a:rPr>
                    <a:t>APP</a:t>
                  </a:r>
                </a:p>
              </p:txBody>
            </p:sp>
            <p:sp>
              <p:nvSpPr>
                <p:cNvPr id="128" name="Rounded Rectangle 32">
                  <a:extLst>
                    <a:ext uri="{FF2B5EF4-FFF2-40B4-BE49-F238E27FC236}">
                      <a16:creationId xmlns:a16="http://schemas.microsoft.com/office/drawing/2014/main" id="{FDF8A4D8-4FA1-732C-01BC-B3B35A0BAD39}"/>
                    </a:ext>
                  </a:extLst>
                </p:cNvPr>
                <p:cNvSpPr>
                  <a:spLocks noChangeArrowheads="1"/>
                </p:cNvSpPr>
                <p:nvPr/>
              </p:nvSpPr>
              <p:spPr bwMode="auto">
                <a:xfrm>
                  <a:off x="1068" y="2860"/>
                  <a:ext cx="157" cy="132"/>
                </a:xfrm>
                <a:prstGeom prst="roundRect">
                  <a:avLst>
                    <a:gd name="adj" fmla="val 16667"/>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000" b="0" dirty="0">
                      <a:cs typeface="Arial" panose="020B0604020202020204" pitchFamily="34" charset="0"/>
                    </a:rPr>
                    <a:t>OS</a:t>
                  </a:r>
                </a:p>
              </p:txBody>
            </p:sp>
          </p:grpSp>
        </p:grpSp>
        <p:sp>
          <p:nvSpPr>
            <p:cNvPr id="21" name="AutoShape 78">
              <a:extLst>
                <a:ext uri="{FF2B5EF4-FFF2-40B4-BE49-F238E27FC236}">
                  <a16:creationId xmlns:a16="http://schemas.microsoft.com/office/drawing/2014/main" id="{4D2CEEB1-2300-8766-E74B-B4B018F4D3D4}"/>
                </a:ext>
              </a:extLst>
            </p:cNvPr>
            <p:cNvSpPr>
              <a:spLocks noChangeArrowheads="1"/>
            </p:cNvSpPr>
            <p:nvPr/>
          </p:nvSpPr>
          <p:spPr bwMode="auto">
            <a:xfrm>
              <a:off x="1158" y="2038"/>
              <a:ext cx="2723" cy="601"/>
            </a:xfrm>
            <a:prstGeom prst="flowChartAlternateProcess">
              <a:avLst/>
            </a:prstGeom>
            <a:noFill/>
            <a:ln w="50800">
              <a:solidFill>
                <a:srgbClr val="C9BDF8"/>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b="0">
                <a:ea typeface="宋体" panose="02010600030101010101" pitchFamily="2" charset="-122"/>
              </a:endParaRPr>
            </a:p>
          </p:txBody>
        </p:sp>
        <p:sp>
          <p:nvSpPr>
            <p:cNvPr id="22" name="Text Box 79">
              <a:extLst>
                <a:ext uri="{FF2B5EF4-FFF2-40B4-BE49-F238E27FC236}">
                  <a16:creationId xmlns:a16="http://schemas.microsoft.com/office/drawing/2014/main" id="{7AFD4E61-D590-D06A-6C6F-0D506E485F96}"/>
                </a:ext>
              </a:extLst>
            </p:cNvPr>
            <p:cNvSpPr txBox="1">
              <a:spLocks noChangeArrowheads="1"/>
            </p:cNvSpPr>
            <p:nvPr/>
          </p:nvSpPr>
          <p:spPr bwMode="auto">
            <a:xfrm>
              <a:off x="1568" y="2499"/>
              <a:ext cx="206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spcBef>
                  <a:spcPct val="50000"/>
                </a:spcBef>
              </a:pPr>
              <a:r>
                <a:rPr lang="en-US" altLang="zh-CN" sz="1600">
                  <a:cs typeface="Arial" panose="020B0604020202020204" pitchFamily="34" charset="0"/>
                </a:rPr>
                <a:t>Virtual Infrastructure</a:t>
              </a:r>
            </a:p>
          </p:txBody>
        </p:sp>
        <p:sp>
          <p:nvSpPr>
            <p:cNvPr id="23" name="TextBox 73">
              <a:extLst>
                <a:ext uri="{FF2B5EF4-FFF2-40B4-BE49-F238E27FC236}">
                  <a16:creationId xmlns:a16="http://schemas.microsoft.com/office/drawing/2014/main" id="{E1C53A74-85D5-5FB9-6524-ABBDA4C9561A}"/>
                </a:ext>
              </a:extLst>
            </p:cNvPr>
            <p:cNvSpPr txBox="1">
              <a:spLocks noChangeArrowheads="1"/>
            </p:cNvSpPr>
            <p:nvPr/>
          </p:nvSpPr>
          <p:spPr bwMode="auto">
            <a:xfrm>
              <a:off x="2667" y="2180"/>
              <a:ext cx="103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600">
                  <a:cs typeface="Arial" panose="020B0604020202020204" pitchFamily="34" charset="0"/>
                </a:rPr>
                <a:t>Tenant #1</a:t>
              </a:r>
            </a:p>
          </p:txBody>
        </p:sp>
        <p:sp>
          <p:nvSpPr>
            <p:cNvPr id="24" name="Rectangle 81">
              <a:extLst>
                <a:ext uri="{FF2B5EF4-FFF2-40B4-BE49-F238E27FC236}">
                  <a16:creationId xmlns:a16="http://schemas.microsoft.com/office/drawing/2014/main" id="{6C9E2FA8-6801-61B9-C8FF-303720374450}"/>
                </a:ext>
              </a:extLst>
            </p:cNvPr>
            <p:cNvSpPr>
              <a:spLocks noChangeArrowheads="1"/>
            </p:cNvSpPr>
            <p:nvPr/>
          </p:nvSpPr>
          <p:spPr bwMode="auto">
            <a:xfrm>
              <a:off x="2534" y="2661"/>
              <a:ext cx="440" cy="176"/>
            </a:xfrm>
            <a:prstGeom prst="rect">
              <a:avLst/>
            </a:prstGeom>
            <a:gradFill rotWithShape="1">
              <a:gsLst>
                <a:gs pos="0">
                  <a:srgbClr val="C9BDF8"/>
                </a:gs>
                <a:gs pos="100000">
                  <a:srgbClr val="3F436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b="0">
                <a:ea typeface="宋体" panose="02010600030101010101" pitchFamily="2" charset="-122"/>
              </a:endParaRPr>
            </a:p>
          </p:txBody>
        </p:sp>
        <p:sp>
          <p:nvSpPr>
            <p:cNvPr id="25" name="Rectangle 82">
              <a:extLst>
                <a:ext uri="{FF2B5EF4-FFF2-40B4-BE49-F238E27FC236}">
                  <a16:creationId xmlns:a16="http://schemas.microsoft.com/office/drawing/2014/main" id="{363D2E41-ED66-C4E6-5D3A-30B817CA9C92}"/>
                </a:ext>
              </a:extLst>
            </p:cNvPr>
            <p:cNvSpPr>
              <a:spLocks noChangeArrowheads="1"/>
            </p:cNvSpPr>
            <p:nvPr/>
          </p:nvSpPr>
          <p:spPr bwMode="auto">
            <a:xfrm rot="10800000">
              <a:off x="2528" y="1841"/>
              <a:ext cx="442" cy="185"/>
            </a:xfrm>
            <a:prstGeom prst="rect">
              <a:avLst/>
            </a:prstGeom>
            <a:gradFill rotWithShape="1">
              <a:gsLst>
                <a:gs pos="0">
                  <a:srgbClr val="C9BDF8"/>
                </a:gs>
                <a:gs pos="100000">
                  <a:srgbClr val="8BF1A3"/>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b="0">
                <a:ea typeface="宋体" panose="02010600030101010101" pitchFamily="2" charset="-122"/>
              </a:endParaRPr>
            </a:p>
          </p:txBody>
        </p:sp>
        <p:sp>
          <p:nvSpPr>
            <p:cNvPr id="26" name="Rectangle 83">
              <a:extLst>
                <a:ext uri="{FF2B5EF4-FFF2-40B4-BE49-F238E27FC236}">
                  <a16:creationId xmlns:a16="http://schemas.microsoft.com/office/drawing/2014/main" id="{734DD634-E3E1-EA74-D0FD-CFA2A7B5BDBD}"/>
                </a:ext>
              </a:extLst>
            </p:cNvPr>
            <p:cNvSpPr>
              <a:spLocks noChangeArrowheads="1"/>
            </p:cNvSpPr>
            <p:nvPr/>
          </p:nvSpPr>
          <p:spPr bwMode="auto">
            <a:xfrm>
              <a:off x="2529" y="845"/>
              <a:ext cx="442" cy="364"/>
            </a:xfrm>
            <a:prstGeom prst="rect">
              <a:avLst/>
            </a:prstGeom>
            <a:gradFill rotWithShape="1">
              <a:gsLst>
                <a:gs pos="0">
                  <a:srgbClr val="C9BDF8"/>
                </a:gs>
                <a:gs pos="100000">
                  <a:srgbClr val="8BF1A3">
                    <a:alpha val="39998"/>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b="0">
                <a:ea typeface="宋体" panose="02010600030101010101" pitchFamily="2" charset="-122"/>
              </a:endParaRPr>
            </a:p>
          </p:txBody>
        </p:sp>
        <p:pic>
          <p:nvPicPr>
            <p:cNvPr id="27" name="Picture 84" descr="globe_grid">
              <a:extLst>
                <a:ext uri="{FF2B5EF4-FFF2-40B4-BE49-F238E27FC236}">
                  <a16:creationId xmlns:a16="http://schemas.microsoft.com/office/drawing/2014/main" id="{84309474-7E07-3795-D77B-C15F463170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57" y="607"/>
              <a:ext cx="724"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Oval 48">
              <a:extLst>
                <a:ext uri="{FF2B5EF4-FFF2-40B4-BE49-F238E27FC236}">
                  <a16:creationId xmlns:a16="http://schemas.microsoft.com/office/drawing/2014/main" id="{2CD6654C-E55D-7ECC-F1F0-8DA564DA5BB0}"/>
                </a:ext>
              </a:extLst>
            </p:cNvPr>
            <p:cNvSpPr>
              <a:spLocks noChangeArrowheads="1"/>
            </p:cNvSpPr>
            <p:nvPr/>
          </p:nvSpPr>
          <p:spPr bwMode="auto">
            <a:xfrm>
              <a:off x="2420" y="2562"/>
              <a:ext cx="616" cy="375"/>
            </a:xfrm>
            <a:prstGeom prst="ellipse">
              <a:avLst/>
            </a:prstGeom>
            <a:solidFill>
              <a:srgbClr val="FF0000">
                <a:alpha val="21176"/>
              </a:srgbClr>
            </a:solidFill>
            <a:ln w="38100">
              <a:solidFill>
                <a:srgbClr val="FF0000"/>
              </a:solidFill>
              <a:round/>
              <a:headEnd/>
              <a:tailEnd/>
            </a:ln>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b="0">
                <a:ea typeface="宋体" panose="02010600030101010101" pitchFamily="2" charset="-122"/>
              </a:endParaRPr>
            </a:p>
          </p:txBody>
        </p:sp>
        <p:pic>
          <p:nvPicPr>
            <p:cNvPr id="29" name="Picture 42" descr="3 docs skewed">
              <a:extLst>
                <a:ext uri="{FF2B5EF4-FFF2-40B4-BE49-F238E27FC236}">
                  <a16:creationId xmlns:a16="http://schemas.microsoft.com/office/drawing/2014/main" id="{D7F48A76-F4B5-6F49-CF69-3C489E47817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gray">
            <a:xfrm>
              <a:off x="3523" y="1513"/>
              <a:ext cx="326" cy="2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0" name="Picture 42" descr="3 docs skewed">
              <a:extLst>
                <a:ext uri="{FF2B5EF4-FFF2-40B4-BE49-F238E27FC236}">
                  <a16:creationId xmlns:a16="http://schemas.microsoft.com/office/drawing/2014/main" id="{150F4547-D543-C46D-8433-C8FCC594037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gray">
            <a:xfrm>
              <a:off x="3523" y="2324"/>
              <a:ext cx="326"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1" name="Picture 40" descr="_people1">
              <a:extLst>
                <a:ext uri="{FF2B5EF4-FFF2-40B4-BE49-F238E27FC236}">
                  <a16:creationId xmlns:a16="http://schemas.microsoft.com/office/drawing/2014/main" id="{CD6C88B2-0157-7AAB-C81B-E301CE97E2E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gray">
            <a:xfrm>
              <a:off x="1571" y="2133"/>
              <a:ext cx="41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105" descr="_people3">
              <a:extLst>
                <a:ext uri="{FF2B5EF4-FFF2-40B4-BE49-F238E27FC236}">
                  <a16:creationId xmlns:a16="http://schemas.microsoft.com/office/drawing/2014/main" id="{4985E340-6558-CAED-DE7B-E988E4826EB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gray">
            <a:xfrm>
              <a:off x="1571" y="2355"/>
              <a:ext cx="41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234" descr="_people4">
              <a:extLst>
                <a:ext uri="{FF2B5EF4-FFF2-40B4-BE49-F238E27FC236}">
                  <a16:creationId xmlns:a16="http://schemas.microsoft.com/office/drawing/2014/main" id="{127BEF5F-0438-15AA-24F9-FEF59D567FD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gray">
            <a:xfrm>
              <a:off x="1572" y="1322"/>
              <a:ext cx="415"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37" descr="_people2">
              <a:extLst>
                <a:ext uri="{FF2B5EF4-FFF2-40B4-BE49-F238E27FC236}">
                  <a16:creationId xmlns:a16="http://schemas.microsoft.com/office/drawing/2014/main" id="{51F980C4-58FA-7584-7184-9790CCE37E7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gray">
            <a:xfrm>
              <a:off x="1572" y="1513"/>
              <a:ext cx="414"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42" descr="3 docs skewed">
              <a:extLst>
                <a:ext uri="{FF2B5EF4-FFF2-40B4-BE49-F238E27FC236}">
                  <a16:creationId xmlns:a16="http://schemas.microsoft.com/office/drawing/2014/main" id="{76EF0604-3C6A-BD25-5672-0E0BF84769C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gray">
            <a:xfrm>
              <a:off x="3523" y="1322"/>
              <a:ext cx="326" cy="2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6" name="Picture 42" descr="3 docs skewed">
              <a:extLst>
                <a:ext uri="{FF2B5EF4-FFF2-40B4-BE49-F238E27FC236}">
                  <a16:creationId xmlns:a16="http://schemas.microsoft.com/office/drawing/2014/main" id="{AE300198-B775-9C40-5C46-69EE7CAD3C0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gray">
            <a:xfrm>
              <a:off x="3523" y="2133"/>
              <a:ext cx="326" cy="2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37" name="TextBox 56">
              <a:extLst>
                <a:ext uri="{FF2B5EF4-FFF2-40B4-BE49-F238E27FC236}">
                  <a16:creationId xmlns:a16="http://schemas.microsoft.com/office/drawing/2014/main" id="{E03AD0AE-AB78-F48F-E3A0-8433CACCC387}"/>
                </a:ext>
              </a:extLst>
            </p:cNvPr>
            <p:cNvSpPr txBox="1">
              <a:spLocks noChangeArrowheads="1"/>
            </p:cNvSpPr>
            <p:nvPr/>
          </p:nvSpPr>
          <p:spPr bwMode="auto">
            <a:xfrm>
              <a:off x="3804" y="2494"/>
              <a:ext cx="970"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r>
                <a:rPr lang="en-US" altLang="zh-CN" sz="1400">
                  <a:cs typeface="Arial" panose="020B0604020202020204" pitchFamily="34" charset="0"/>
                </a:rPr>
                <a:t>Insulate information from cloud providers</a:t>
              </a:r>
              <a:r>
                <a:rPr lang="zh-CN" altLang="en-US" sz="1400">
                  <a:ea typeface="宋体" panose="02010600030101010101" pitchFamily="2" charset="-122"/>
                </a:rPr>
                <a:t>’</a:t>
              </a:r>
              <a:r>
                <a:rPr lang="en-US" altLang="zh-CN" sz="1400">
                  <a:cs typeface="Arial" panose="020B0604020202020204" pitchFamily="34" charset="0"/>
                </a:rPr>
                <a:t> employees</a:t>
              </a:r>
            </a:p>
          </p:txBody>
        </p:sp>
        <p:sp>
          <p:nvSpPr>
            <p:cNvPr id="38" name="Oval 48">
              <a:extLst>
                <a:ext uri="{FF2B5EF4-FFF2-40B4-BE49-F238E27FC236}">
                  <a16:creationId xmlns:a16="http://schemas.microsoft.com/office/drawing/2014/main" id="{40CB63F5-B130-8C7B-4BBB-813EB1BBACA5}"/>
                </a:ext>
              </a:extLst>
            </p:cNvPr>
            <p:cNvSpPr>
              <a:spLocks noChangeArrowheads="1"/>
            </p:cNvSpPr>
            <p:nvPr/>
          </p:nvSpPr>
          <p:spPr bwMode="auto">
            <a:xfrm>
              <a:off x="2420" y="1751"/>
              <a:ext cx="616" cy="376"/>
            </a:xfrm>
            <a:prstGeom prst="ellipse">
              <a:avLst/>
            </a:prstGeom>
            <a:solidFill>
              <a:srgbClr val="FF0000">
                <a:alpha val="21176"/>
              </a:srgbClr>
            </a:solidFill>
            <a:ln w="38100">
              <a:solidFill>
                <a:srgbClr val="FF0000"/>
              </a:solidFill>
              <a:round/>
              <a:headEnd/>
              <a:tailEnd/>
            </a:ln>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b="0">
                <a:ea typeface="宋体" panose="02010600030101010101" pitchFamily="2" charset="-122"/>
              </a:endParaRPr>
            </a:p>
          </p:txBody>
        </p:sp>
        <p:sp>
          <p:nvSpPr>
            <p:cNvPr id="39" name="Oval 48">
              <a:extLst>
                <a:ext uri="{FF2B5EF4-FFF2-40B4-BE49-F238E27FC236}">
                  <a16:creationId xmlns:a16="http://schemas.microsoft.com/office/drawing/2014/main" id="{28071C9A-B050-A782-1235-F89557152659}"/>
                </a:ext>
              </a:extLst>
            </p:cNvPr>
            <p:cNvSpPr>
              <a:spLocks noChangeArrowheads="1"/>
            </p:cNvSpPr>
            <p:nvPr/>
          </p:nvSpPr>
          <p:spPr bwMode="auto">
            <a:xfrm>
              <a:off x="2420" y="941"/>
              <a:ext cx="616" cy="375"/>
            </a:xfrm>
            <a:prstGeom prst="ellipse">
              <a:avLst/>
            </a:prstGeom>
            <a:solidFill>
              <a:srgbClr val="FF0000">
                <a:alpha val="21176"/>
              </a:srgbClr>
            </a:solidFill>
            <a:ln w="38100">
              <a:solidFill>
                <a:srgbClr val="FF0000"/>
              </a:solidFill>
              <a:round/>
              <a:headEnd/>
              <a:tailEnd/>
            </a:ln>
          </p:spPr>
          <p:txBody>
            <a:bodyPr wrap="none" anchor="ct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endParaRPr lang="en-US" altLang="en-US" sz="2800" b="0">
                <a:ea typeface="宋体" panose="02010600030101010101" pitchFamily="2" charset="-122"/>
              </a:endParaRPr>
            </a:p>
          </p:txBody>
        </p:sp>
        <p:sp>
          <p:nvSpPr>
            <p:cNvPr id="40" name="TextBox 59">
              <a:extLst>
                <a:ext uri="{FF2B5EF4-FFF2-40B4-BE49-F238E27FC236}">
                  <a16:creationId xmlns:a16="http://schemas.microsoft.com/office/drawing/2014/main" id="{1C02CE84-E537-017E-9713-7AE0E5C226A8}"/>
                </a:ext>
              </a:extLst>
            </p:cNvPr>
            <p:cNvSpPr txBox="1">
              <a:spLocks noChangeArrowheads="1"/>
            </p:cNvSpPr>
            <p:nvPr/>
          </p:nvSpPr>
          <p:spPr bwMode="auto">
            <a:xfrm>
              <a:off x="3844" y="1636"/>
              <a:ext cx="1004"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r>
                <a:rPr lang="en-US" altLang="zh-CN" sz="1400" dirty="0">
                  <a:cs typeface="Arial" panose="020B0604020202020204" pitchFamily="34" charset="0"/>
                </a:rPr>
                <a:t>Insulate information </a:t>
              </a:r>
            </a:p>
            <a:p>
              <a:r>
                <a:rPr lang="en-US" altLang="zh-CN" sz="1400" dirty="0">
                  <a:cs typeface="Arial" panose="020B0604020202020204" pitchFamily="34" charset="0"/>
                </a:rPr>
                <a:t>from other tenants</a:t>
              </a:r>
            </a:p>
          </p:txBody>
        </p:sp>
        <p:sp>
          <p:nvSpPr>
            <p:cNvPr id="41" name="TextBox 60">
              <a:extLst>
                <a:ext uri="{FF2B5EF4-FFF2-40B4-BE49-F238E27FC236}">
                  <a16:creationId xmlns:a16="http://schemas.microsoft.com/office/drawing/2014/main" id="{E98E9E1C-4CA5-A006-AE71-B8B6B17EC183}"/>
                </a:ext>
              </a:extLst>
            </p:cNvPr>
            <p:cNvSpPr txBox="1">
              <a:spLocks noChangeArrowheads="1"/>
            </p:cNvSpPr>
            <p:nvPr/>
          </p:nvSpPr>
          <p:spPr bwMode="auto">
            <a:xfrm>
              <a:off x="3567" y="586"/>
              <a:ext cx="1251"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r>
                <a:rPr lang="en-US" altLang="zh-CN" sz="1400">
                  <a:cs typeface="Arial" panose="020B0604020202020204" pitchFamily="34" charset="0"/>
                </a:rPr>
                <a:t>Insulate infrastructure from Malware, Trojans and cybercriminals</a:t>
              </a:r>
            </a:p>
          </p:txBody>
        </p:sp>
        <p:sp>
          <p:nvSpPr>
            <p:cNvPr id="42" name="TextBox 61">
              <a:extLst>
                <a:ext uri="{FF2B5EF4-FFF2-40B4-BE49-F238E27FC236}">
                  <a16:creationId xmlns:a16="http://schemas.microsoft.com/office/drawing/2014/main" id="{54139B61-1DDE-5C18-554B-C097E032947A}"/>
                </a:ext>
              </a:extLst>
            </p:cNvPr>
            <p:cNvSpPr txBox="1">
              <a:spLocks noChangeArrowheads="1"/>
            </p:cNvSpPr>
            <p:nvPr/>
          </p:nvSpPr>
          <p:spPr bwMode="auto">
            <a:xfrm>
              <a:off x="534" y="2733"/>
              <a:ext cx="1179"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400">
                  <a:cs typeface="Arial" panose="020B0604020202020204" pitchFamily="34" charset="0"/>
                </a:rPr>
                <a:t>Segregate and control user access</a:t>
              </a:r>
            </a:p>
          </p:txBody>
        </p:sp>
        <p:sp>
          <p:nvSpPr>
            <p:cNvPr id="43" name="TextBox 62">
              <a:extLst>
                <a:ext uri="{FF2B5EF4-FFF2-40B4-BE49-F238E27FC236}">
                  <a16:creationId xmlns:a16="http://schemas.microsoft.com/office/drawing/2014/main" id="{28565CAD-6323-CFDD-CE4B-A9CBED02012C}"/>
                </a:ext>
              </a:extLst>
            </p:cNvPr>
            <p:cNvSpPr txBox="1">
              <a:spLocks noChangeArrowheads="1"/>
            </p:cNvSpPr>
            <p:nvPr/>
          </p:nvSpPr>
          <p:spPr bwMode="auto">
            <a:xfrm>
              <a:off x="759" y="1723"/>
              <a:ext cx="971" cy="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r>
                <a:rPr lang="en-US" altLang="zh-CN" sz="1400">
                  <a:cs typeface="Arial" panose="020B0604020202020204" pitchFamily="34" charset="0"/>
                </a:rPr>
                <a:t>Control and isolate VM in the virtual infrastructure</a:t>
              </a:r>
            </a:p>
          </p:txBody>
        </p:sp>
        <p:sp>
          <p:nvSpPr>
            <p:cNvPr id="44" name="TextBox 63">
              <a:extLst>
                <a:ext uri="{FF2B5EF4-FFF2-40B4-BE49-F238E27FC236}">
                  <a16:creationId xmlns:a16="http://schemas.microsoft.com/office/drawing/2014/main" id="{C540BAC4-6766-72E5-954C-1292978FDA2C}"/>
                </a:ext>
              </a:extLst>
            </p:cNvPr>
            <p:cNvSpPr txBox="1">
              <a:spLocks noChangeArrowheads="1"/>
            </p:cNvSpPr>
            <p:nvPr/>
          </p:nvSpPr>
          <p:spPr bwMode="auto">
            <a:xfrm>
              <a:off x="998" y="718"/>
              <a:ext cx="1031"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r>
                <a:rPr lang="en-US" altLang="zh-CN" sz="1600">
                  <a:cs typeface="Arial" panose="020B0604020202020204" pitchFamily="34" charset="0"/>
                </a:rPr>
                <a:t>Federate identities with public clouds</a:t>
              </a:r>
            </a:p>
          </p:txBody>
        </p:sp>
        <p:sp>
          <p:nvSpPr>
            <p:cNvPr id="45" name="TextBox 65">
              <a:extLst>
                <a:ext uri="{FF2B5EF4-FFF2-40B4-BE49-F238E27FC236}">
                  <a16:creationId xmlns:a16="http://schemas.microsoft.com/office/drawing/2014/main" id="{1E01CAEA-F003-F297-A1D0-118B4060EB76}"/>
                </a:ext>
              </a:extLst>
            </p:cNvPr>
            <p:cNvSpPr>
              <a:spLocks noChangeArrowheads="1"/>
            </p:cNvSpPr>
            <p:nvPr/>
          </p:nvSpPr>
          <p:spPr bwMode="auto">
            <a:xfrm>
              <a:off x="135" y="821"/>
              <a:ext cx="799" cy="332"/>
            </a:xfrm>
            <a:prstGeom prst="homePlate">
              <a:avLst>
                <a:gd name="adj" fmla="val 51709"/>
              </a:avLst>
            </a:prstGeom>
            <a:solidFill>
              <a:srgbClr val="CC00CC"/>
            </a:solidFill>
            <a:ln w="9525">
              <a:solidFill>
                <a:srgbClr val="5F3B09"/>
              </a:solidFill>
              <a:miter lim="800000"/>
              <a:headEnd/>
              <a:tailEnd/>
            </a:ln>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r"/>
              <a:r>
                <a:rPr lang="en-US" altLang="zh-CN" sz="1400">
                  <a:cs typeface="Arial" panose="020B0604020202020204" pitchFamily="34" charset="0"/>
                </a:rPr>
                <a:t>Identity federation</a:t>
              </a:r>
            </a:p>
          </p:txBody>
        </p:sp>
        <p:sp>
          <p:nvSpPr>
            <p:cNvPr id="46" name="TextBox 66">
              <a:extLst>
                <a:ext uri="{FF2B5EF4-FFF2-40B4-BE49-F238E27FC236}">
                  <a16:creationId xmlns:a16="http://schemas.microsoft.com/office/drawing/2014/main" id="{61CF2535-B2EA-5EEB-A244-831BE0464871}"/>
                </a:ext>
              </a:extLst>
            </p:cNvPr>
            <p:cNvSpPr>
              <a:spLocks noChangeArrowheads="1"/>
            </p:cNvSpPr>
            <p:nvPr/>
          </p:nvSpPr>
          <p:spPr bwMode="auto">
            <a:xfrm>
              <a:off x="124" y="1827"/>
              <a:ext cx="731" cy="466"/>
            </a:xfrm>
            <a:prstGeom prst="homePlate">
              <a:avLst>
                <a:gd name="adj" fmla="val 47489"/>
              </a:avLst>
            </a:prstGeom>
            <a:solidFill>
              <a:srgbClr val="CC00CC"/>
            </a:solidFill>
            <a:ln w="9525">
              <a:solidFill>
                <a:srgbClr val="5F3B09"/>
              </a:solidFill>
              <a:miter lim="800000"/>
              <a:headEnd/>
              <a:tailEnd/>
            </a:ln>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r"/>
              <a:r>
                <a:rPr lang="en-US" altLang="zh-CN" sz="1400">
                  <a:cs typeface="Arial" panose="020B0604020202020204" pitchFamily="34" charset="0"/>
                </a:rPr>
                <a:t>Virtual network security</a:t>
              </a:r>
            </a:p>
          </p:txBody>
        </p:sp>
        <p:sp>
          <p:nvSpPr>
            <p:cNvPr id="47" name="TextBox 67">
              <a:extLst>
                <a:ext uri="{FF2B5EF4-FFF2-40B4-BE49-F238E27FC236}">
                  <a16:creationId xmlns:a16="http://schemas.microsoft.com/office/drawing/2014/main" id="{D923BE98-1290-7415-A9C3-E35B3FEDB9DE}"/>
                </a:ext>
              </a:extLst>
            </p:cNvPr>
            <p:cNvSpPr>
              <a:spLocks noChangeArrowheads="1"/>
            </p:cNvSpPr>
            <p:nvPr/>
          </p:nvSpPr>
          <p:spPr bwMode="auto">
            <a:xfrm>
              <a:off x="113" y="2685"/>
              <a:ext cx="591" cy="332"/>
            </a:xfrm>
            <a:prstGeom prst="homePlate">
              <a:avLst>
                <a:gd name="adj" fmla="val 38248"/>
              </a:avLst>
            </a:prstGeom>
            <a:solidFill>
              <a:srgbClr val="CC00CC"/>
            </a:solidFill>
            <a:ln w="9525">
              <a:solidFill>
                <a:srgbClr val="5F3B09"/>
              </a:solidFill>
              <a:miter lim="800000"/>
              <a:headEnd/>
              <a:tailEnd/>
            </a:ln>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r"/>
              <a:r>
                <a:rPr lang="en-US" altLang="zh-CN" sz="1400">
                  <a:cs typeface="Arial" panose="020B0604020202020204" pitchFamily="34" charset="0"/>
                </a:rPr>
                <a:t>Access Mgmt</a:t>
              </a:r>
            </a:p>
          </p:txBody>
        </p:sp>
        <p:sp>
          <p:nvSpPr>
            <p:cNvPr id="48" name="TextBox 68">
              <a:extLst>
                <a:ext uri="{FF2B5EF4-FFF2-40B4-BE49-F238E27FC236}">
                  <a16:creationId xmlns:a16="http://schemas.microsoft.com/office/drawing/2014/main" id="{41FC1A02-0C01-C813-BE7E-AD85AB8774AF}"/>
                </a:ext>
              </a:extLst>
            </p:cNvPr>
            <p:cNvSpPr>
              <a:spLocks noChangeArrowheads="1"/>
            </p:cNvSpPr>
            <p:nvPr/>
          </p:nvSpPr>
          <p:spPr bwMode="auto">
            <a:xfrm flipH="1">
              <a:off x="4524" y="873"/>
              <a:ext cx="886" cy="332"/>
            </a:xfrm>
            <a:prstGeom prst="homePlate">
              <a:avLst>
                <a:gd name="adj" fmla="val 43687"/>
              </a:avLst>
            </a:prstGeom>
            <a:solidFill>
              <a:srgbClr val="CC00CC"/>
            </a:solidFill>
            <a:ln w="9525">
              <a:solidFill>
                <a:srgbClr val="5F3B09"/>
              </a:solidFill>
              <a:miter lim="800000"/>
              <a:headEnd/>
              <a:tailEnd/>
            </a:ln>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r>
                <a:rPr lang="en-US" altLang="zh-CN" sz="1400">
                  <a:cs typeface="Arial" panose="020B0604020202020204" pitchFamily="34" charset="0"/>
                </a:rPr>
                <a:t>Cybercrime intelligence</a:t>
              </a:r>
            </a:p>
          </p:txBody>
        </p:sp>
        <p:sp>
          <p:nvSpPr>
            <p:cNvPr id="49" name="TextBox 69">
              <a:extLst>
                <a:ext uri="{FF2B5EF4-FFF2-40B4-BE49-F238E27FC236}">
                  <a16:creationId xmlns:a16="http://schemas.microsoft.com/office/drawing/2014/main" id="{97FECED4-1B94-45CD-9213-3B4047E80660}"/>
                </a:ext>
              </a:extLst>
            </p:cNvPr>
            <p:cNvSpPr>
              <a:spLocks noChangeArrowheads="1"/>
            </p:cNvSpPr>
            <p:nvPr/>
          </p:nvSpPr>
          <p:spPr bwMode="auto">
            <a:xfrm flipH="1">
              <a:off x="4436" y="1255"/>
              <a:ext cx="1059" cy="332"/>
            </a:xfrm>
            <a:prstGeom prst="homePlate">
              <a:avLst>
                <a:gd name="adj" fmla="val 52218"/>
              </a:avLst>
            </a:prstGeom>
            <a:solidFill>
              <a:srgbClr val="CC00CC"/>
            </a:solidFill>
            <a:ln w="9525">
              <a:solidFill>
                <a:srgbClr val="5F3B09"/>
              </a:solidFill>
              <a:miter lim="800000"/>
              <a:headEnd/>
              <a:tailEnd/>
            </a:ln>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r>
                <a:rPr lang="en-US" altLang="zh-CN" sz="1400">
                  <a:cs typeface="Arial" panose="020B0604020202020204" pitchFamily="34" charset="0"/>
                </a:rPr>
                <a:t>Strong authentication</a:t>
              </a:r>
            </a:p>
          </p:txBody>
        </p:sp>
        <p:sp>
          <p:nvSpPr>
            <p:cNvPr id="50" name="TextBox 70">
              <a:extLst>
                <a:ext uri="{FF2B5EF4-FFF2-40B4-BE49-F238E27FC236}">
                  <a16:creationId xmlns:a16="http://schemas.microsoft.com/office/drawing/2014/main" id="{31422C24-1828-75F5-E40E-1F9F64A535C4}"/>
                </a:ext>
              </a:extLst>
            </p:cNvPr>
            <p:cNvSpPr>
              <a:spLocks noChangeArrowheads="1"/>
            </p:cNvSpPr>
            <p:nvPr/>
          </p:nvSpPr>
          <p:spPr bwMode="auto">
            <a:xfrm flipH="1">
              <a:off x="4563" y="1856"/>
              <a:ext cx="876" cy="332"/>
            </a:xfrm>
            <a:prstGeom prst="homePlate">
              <a:avLst>
                <a:gd name="adj" fmla="val 43194"/>
              </a:avLst>
            </a:prstGeom>
            <a:solidFill>
              <a:srgbClr val="CC00CC"/>
            </a:solidFill>
            <a:ln w="9525">
              <a:solidFill>
                <a:srgbClr val="5F3B09"/>
              </a:solidFill>
              <a:miter lim="800000"/>
              <a:headEnd/>
              <a:tailEnd/>
            </a:ln>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r>
                <a:rPr lang="en-US" altLang="zh-CN" sz="1400">
                  <a:cs typeface="Arial" panose="020B0604020202020204" pitchFamily="34" charset="0"/>
                </a:rPr>
                <a:t>Data loss prevention</a:t>
              </a:r>
            </a:p>
          </p:txBody>
        </p:sp>
        <p:sp>
          <p:nvSpPr>
            <p:cNvPr id="51" name="TextBox 71">
              <a:extLst>
                <a:ext uri="{FF2B5EF4-FFF2-40B4-BE49-F238E27FC236}">
                  <a16:creationId xmlns:a16="http://schemas.microsoft.com/office/drawing/2014/main" id="{562FA46D-2846-5438-0285-5A96A83AAB81}"/>
                </a:ext>
              </a:extLst>
            </p:cNvPr>
            <p:cNvSpPr>
              <a:spLocks noChangeArrowheads="1"/>
            </p:cNvSpPr>
            <p:nvPr/>
          </p:nvSpPr>
          <p:spPr bwMode="auto">
            <a:xfrm flipH="1">
              <a:off x="4622" y="2494"/>
              <a:ext cx="895" cy="332"/>
            </a:xfrm>
            <a:prstGeom prst="homePlate">
              <a:avLst>
                <a:gd name="adj" fmla="val 44131"/>
              </a:avLst>
            </a:prstGeom>
            <a:solidFill>
              <a:srgbClr val="CC00CC"/>
            </a:solidFill>
            <a:ln w="9525">
              <a:solidFill>
                <a:srgbClr val="5F3B09"/>
              </a:solidFill>
              <a:miter lim="800000"/>
              <a:headEnd/>
              <a:tailEnd/>
            </a:ln>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r>
                <a:rPr lang="en-US" altLang="zh-CN" sz="1400">
                  <a:cs typeface="Arial" panose="020B0604020202020204" pitchFamily="34" charset="0"/>
                </a:rPr>
                <a:t>Encryption &amp; key mgmt</a:t>
              </a:r>
            </a:p>
          </p:txBody>
        </p:sp>
        <p:sp>
          <p:nvSpPr>
            <p:cNvPr id="52" name="TextBox 72">
              <a:extLst>
                <a:ext uri="{FF2B5EF4-FFF2-40B4-BE49-F238E27FC236}">
                  <a16:creationId xmlns:a16="http://schemas.microsoft.com/office/drawing/2014/main" id="{C90BF2CD-5941-4AE2-1562-FE5EE4E346E3}"/>
                </a:ext>
              </a:extLst>
            </p:cNvPr>
            <p:cNvSpPr>
              <a:spLocks noChangeArrowheads="1"/>
            </p:cNvSpPr>
            <p:nvPr/>
          </p:nvSpPr>
          <p:spPr bwMode="auto">
            <a:xfrm flipH="1">
              <a:off x="4561" y="3019"/>
              <a:ext cx="967" cy="198"/>
            </a:xfrm>
            <a:prstGeom prst="homePlate">
              <a:avLst>
                <a:gd name="adj" fmla="val 47007"/>
              </a:avLst>
            </a:prstGeom>
            <a:solidFill>
              <a:srgbClr val="CC00CC"/>
            </a:solidFill>
            <a:ln w="9525">
              <a:solidFill>
                <a:srgbClr val="5F3B09"/>
              </a:solidFill>
              <a:miter lim="800000"/>
              <a:headEnd/>
              <a:tailEnd/>
            </a:ln>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r>
                <a:rPr lang="en-US" altLang="zh-CN" sz="1400">
                  <a:cs typeface="Arial" panose="020B0604020202020204" pitchFamily="34" charset="0"/>
                </a:rPr>
                <a:t>Tokenization</a:t>
              </a:r>
            </a:p>
          </p:txBody>
        </p:sp>
        <p:sp>
          <p:nvSpPr>
            <p:cNvPr id="53" name="TextBox 73">
              <a:extLst>
                <a:ext uri="{FF2B5EF4-FFF2-40B4-BE49-F238E27FC236}">
                  <a16:creationId xmlns:a16="http://schemas.microsoft.com/office/drawing/2014/main" id="{38E965BA-1299-95EF-3A9D-9E06E99E3951}"/>
                </a:ext>
              </a:extLst>
            </p:cNvPr>
            <p:cNvSpPr txBox="1">
              <a:spLocks noChangeArrowheads="1"/>
            </p:cNvSpPr>
            <p:nvPr/>
          </p:nvSpPr>
          <p:spPr bwMode="auto">
            <a:xfrm>
              <a:off x="200" y="3657"/>
              <a:ext cx="434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a:r>
                <a:rPr lang="en-US" altLang="zh-CN" sz="1400">
                  <a:cs typeface="Arial" panose="020B0604020202020204" pitchFamily="34" charset="0"/>
                </a:rPr>
                <a:t>Enable end to end view of security events </a:t>
              </a:r>
              <a:br>
                <a:rPr lang="en-US" altLang="zh-CN" sz="1400">
                  <a:cs typeface="Arial" panose="020B0604020202020204" pitchFamily="34" charset="0"/>
                </a:rPr>
              </a:br>
              <a:r>
                <a:rPr lang="en-US" altLang="zh-CN" sz="1400">
                  <a:cs typeface="Arial" panose="020B0604020202020204" pitchFamily="34" charset="0"/>
                </a:rPr>
                <a:t>and compliance across infrastructures</a:t>
              </a:r>
            </a:p>
          </p:txBody>
        </p:sp>
        <p:sp>
          <p:nvSpPr>
            <p:cNvPr id="54" name="TextBox 74">
              <a:extLst>
                <a:ext uri="{FF2B5EF4-FFF2-40B4-BE49-F238E27FC236}">
                  <a16:creationId xmlns:a16="http://schemas.microsoft.com/office/drawing/2014/main" id="{FCE7F3AA-F9B4-DB06-C7B6-EDAE408C0385}"/>
                </a:ext>
              </a:extLst>
            </p:cNvPr>
            <p:cNvSpPr>
              <a:spLocks noChangeArrowheads="1"/>
            </p:cNvSpPr>
            <p:nvPr/>
          </p:nvSpPr>
          <p:spPr bwMode="auto">
            <a:xfrm>
              <a:off x="144" y="3353"/>
              <a:ext cx="1069" cy="332"/>
            </a:xfrm>
            <a:prstGeom prst="homePlate">
              <a:avLst>
                <a:gd name="adj" fmla="val 50311"/>
              </a:avLst>
            </a:prstGeom>
            <a:solidFill>
              <a:srgbClr val="CC00CC"/>
            </a:solidFill>
            <a:ln w="9525">
              <a:solidFill>
                <a:srgbClr val="5F3B09"/>
              </a:solidFill>
              <a:miter lim="800000"/>
              <a:headEnd/>
              <a:tailEnd/>
            </a:ln>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r"/>
              <a:r>
                <a:rPr lang="en-US" altLang="zh-CN" sz="1400">
                  <a:cs typeface="Arial" panose="020B0604020202020204" pitchFamily="34" charset="0"/>
                </a:rPr>
                <a:t>Security Info. &amp; Event Mgmt</a:t>
              </a:r>
            </a:p>
          </p:txBody>
        </p:sp>
        <p:sp>
          <p:nvSpPr>
            <p:cNvPr id="55" name="TextBox 75">
              <a:extLst>
                <a:ext uri="{FF2B5EF4-FFF2-40B4-BE49-F238E27FC236}">
                  <a16:creationId xmlns:a16="http://schemas.microsoft.com/office/drawing/2014/main" id="{E1C975D3-2CD7-2A3A-9B10-2369AB9C1A8C}"/>
                </a:ext>
              </a:extLst>
            </p:cNvPr>
            <p:cNvSpPr>
              <a:spLocks noChangeArrowheads="1"/>
            </p:cNvSpPr>
            <p:nvPr/>
          </p:nvSpPr>
          <p:spPr bwMode="auto">
            <a:xfrm flipH="1">
              <a:off x="4018" y="3496"/>
              <a:ext cx="798" cy="198"/>
            </a:xfrm>
            <a:prstGeom prst="homePlate">
              <a:avLst>
                <a:gd name="adj" fmla="val 74038"/>
              </a:avLst>
            </a:prstGeom>
            <a:solidFill>
              <a:srgbClr val="CC00CC"/>
            </a:solidFill>
            <a:ln w="9525">
              <a:solidFill>
                <a:srgbClr val="5F3B09"/>
              </a:solidFill>
              <a:miter lim="800000"/>
              <a:headEnd/>
              <a:tailEnd/>
            </a:ln>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r>
                <a:rPr lang="en-US" altLang="zh-CN" sz="1400">
                  <a:cs typeface="Arial" panose="020B0604020202020204" pitchFamily="34" charset="0"/>
                </a:rPr>
                <a:t>GRC</a:t>
              </a:r>
            </a:p>
          </p:txBody>
        </p:sp>
        <p:sp>
          <p:nvSpPr>
            <p:cNvPr id="56" name="TextBox 76">
              <a:extLst>
                <a:ext uri="{FF2B5EF4-FFF2-40B4-BE49-F238E27FC236}">
                  <a16:creationId xmlns:a16="http://schemas.microsoft.com/office/drawing/2014/main" id="{DE75E5A8-FA36-4780-BC85-4940DA9CB544}"/>
                </a:ext>
              </a:extLst>
            </p:cNvPr>
            <p:cNvSpPr>
              <a:spLocks noChangeArrowheads="1"/>
            </p:cNvSpPr>
            <p:nvPr/>
          </p:nvSpPr>
          <p:spPr bwMode="auto">
            <a:xfrm flipH="1">
              <a:off x="4435" y="586"/>
              <a:ext cx="992" cy="198"/>
            </a:xfrm>
            <a:prstGeom prst="homePlate">
              <a:avLst>
                <a:gd name="adj" fmla="val 82319"/>
              </a:avLst>
            </a:prstGeom>
            <a:solidFill>
              <a:srgbClr val="CC00CC"/>
            </a:solidFill>
            <a:ln w="9525">
              <a:solidFill>
                <a:srgbClr val="5F3B09"/>
              </a:solidFill>
              <a:miter lim="800000"/>
              <a:headEnd/>
              <a:tailEnd/>
            </a:ln>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r>
                <a:rPr lang="en-US" altLang="zh-CN" sz="1400">
                  <a:cs typeface="Arial" panose="020B0604020202020204" pitchFamily="34" charset="0"/>
                </a:rPr>
                <a:t>Anti-malware</a:t>
              </a:r>
            </a:p>
          </p:txBody>
        </p:sp>
        <p:sp>
          <p:nvSpPr>
            <p:cNvPr id="57" name="Text Box 70">
              <a:extLst>
                <a:ext uri="{FF2B5EF4-FFF2-40B4-BE49-F238E27FC236}">
                  <a16:creationId xmlns:a16="http://schemas.microsoft.com/office/drawing/2014/main" id="{B8C48FF1-B8D7-6D55-75A3-D426CF294639}"/>
                </a:ext>
              </a:extLst>
            </p:cNvPr>
            <p:cNvSpPr txBox="1">
              <a:spLocks noChangeArrowheads="1"/>
            </p:cNvSpPr>
            <p:nvPr/>
          </p:nvSpPr>
          <p:spPr bwMode="auto">
            <a:xfrm>
              <a:off x="3567" y="3884"/>
              <a:ext cx="1988" cy="173"/>
            </a:xfrm>
            <a:prstGeom prst="rect">
              <a:avLst/>
            </a:prstGeom>
            <a:noFill/>
            <a:ln>
              <a:noFill/>
            </a:ln>
            <a:effectLst>
              <a:prstShdw prst="shdw17" dist="17961" dir="2700000">
                <a:srgbClr val="FFFFFF">
                  <a:gamma/>
                  <a:shade val="60000"/>
                  <a:invGamma/>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algn="ctr">
                <a:spcBef>
                  <a:spcPct val="50000"/>
                </a:spcBef>
              </a:pPr>
              <a:r>
                <a:rPr kumimoji="1" lang="en-US" altLang="en-US" sz="1200">
                  <a:solidFill>
                    <a:srgbClr val="66FFFF"/>
                  </a:solidFill>
                </a:rPr>
                <a:t>(Courtesy of  L. Nick, EMC 2008)</a:t>
              </a:r>
            </a:p>
          </p:txBody>
        </p:sp>
      </p:grpSp>
      <p:sp>
        <p:nvSpPr>
          <p:cNvPr id="135" name="Title 4">
            <a:extLst>
              <a:ext uri="{FF2B5EF4-FFF2-40B4-BE49-F238E27FC236}">
                <a16:creationId xmlns:a16="http://schemas.microsoft.com/office/drawing/2014/main" id="{1D4FCA95-DD81-A8EB-2E7A-6B8048BB8450}"/>
              </a:ext>
            </a:extLst>
          </p:cNvPr>
          <p:cNvSpPr txBox="1">
            <a:spLocks/>
          </p:cNvSpPr>
          <p:nvPr/>
        </p:nvSpPr>
        <p:spPr>
          <a:xfrm>
            <a:off x="2554940" y="134534"/>
            <a:ext cx="6284259" cy="403157"/>
          </a:xfrm>
          <a:prstGeom prst="rect">
            <a:avLst/>
          </a:prstGeom>
          <a:noFill/>
          <a:ln>
            <a:noFill/>
          </a:ln>
        </p:spPr>
        <p:txBody>
          <a:bodyPr spcFirstLastPara="1" wrap="square" lIns="0" tIns="0" rIns="0" bIns="0" anchor="ctr" anchorCtr="0">
            <a:normAutofit fontScale="92500" lnSpcReduction="2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ltLang="zh-CN" sz="4000" dirty="0">
                <a:solidFill>
                  <a:schemeClr val="accent2">
                    <a:lumMod val="50000"/>
                  </a:schemeClr>
                </a:solidFill>
                <a:ea typeface="宋体" panose="02010600030101010101" pitchFamily="2" charset="-122"/>
              </a:rPr>
              <a:t>Trusted Zones for VM Insulation</a:t>
            </a:r>
          </a:p>
        </p:txBody>
      </p:sp>
    </p:spTree>
    <p:extLst>
      <p:ext uri="{BB962C8B-B14F-4D97-AF65-F5344CB8AC3E}">
        <p14:creationId xmlns:p14="http://schemas.microsoft.com/office/powerpoint/2010/main" val="102809392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5E42758E-F048-D13C-6EFA-491F89DA7066}"/>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7897376B-C80C-8406-B9BB-FA7BCD6E4621}"/>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86C6D0B6-1D13-A58F-3B0A-B1824DD49B5C}"/>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45C09599-8835-7C33-1C4B-27707E582A14}"/>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ED4203F9-3585-E8F7-D817-5C432B66598C}"/>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1DCC8D55-51D0-DA40-635B-4054300031C2}"/>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0C662211-C164-0555-2133-EC098CDAA9FD}"/>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7ACB2FF8-4AC1-3225-5923-D50AD7E753F9}"/>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2" name="Picture 3">
            <a:extLst>
              <a:ext uri="{FF2B5EF4-FFF2-40B4-BE49-F238E27FC236}">
                <a16:creationId xmlns:a16="http://schemas.microsoft.com/office/drawing/2014/main" id="{936D7211-2D73-7738-51DC-E4466C4911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0008" r="7814" b="8699"/>
          <a:stretch>
            <a:fillRect/>
          </a:stretch>
        </p:blipFill>
        <p:spPr bwMode="auto">
          <a:xfrm>
            <a:off x="2665385" y="1139312"/>
            <a:ext cx="8610600" cy="5288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4">
            <a:extLst>
              <a:ext uri="{FF2B5EF4-FFF2-40B4-BE49-F238E27FC236}">
                <a16:creationId xmlns:a16="http://schemas.microsoft.com/office/drawing/2014/main" id="{0260B676-75AD-051B-A1A4-BD7A2A9826F3}"/>
              </a:ext>
            </a:extLst>
          </p:cNvPr>
          <p:cNvSpPr txBox="1">
            <a:spLocks noChangeArrowheads="1"/>
          </p:cNvSpPr>
          <p:nvPr/>
        </p:nvSpPr>
        <p:spPr bwMode="auto">
          <a:xfrm>
            <a:off x="2665385" y="174812"/>
            <a:ext cx="701649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altLang="en-US" sz="2800" dirty="0">
                <a:solidFill>
                  <a:schemeClr val="accent2">
                    <a:lumMod val="50000"/>
                  </a:schemeClr>
                </a:solidFill>
                <a:effectLst>
                  <a:outerShdw blurRad="38100" dist="38100" dir="2700000" algn="tl">
                    <a:srgbClr val="000000"/>
                  </a:outerShdw>
                </a:effectLst>
              </a:rPr>
              <a:t>Projected Growth of Virtualization </a:t>
            </a:r>
            <a:br>
              <a:rPr lang="en-US" altLang="en-US" sz="2800" dirty="0">
                <a:solidFill>
                  <a:schemeClr val="accent2">
                    <a:lumMod val="50000"/>
                  </a:schemeClr>
                </a:solidFill>
                <a:effectLst>
                  <a:outerShdw blurRad="38100" dist="38100" dir="2700000" algn="tl">
                    <a:srgbClr val="000000"/>
                  </a:outerShdw>
                </a:effectLst>
              </a:rPr>
            </a:br>
            <a:r>
              <a:rPr lang="en-US" altLang="en-US" sz="2800" dirty="0">
                <a:solidFill>
                  <a:schemeClr val="accent2">
                    <a:lumMod val="50000"/>
                  </a:schemeClr>
                </a:solidFill>
                <a:effectLst>
                  <a:outerShdw blurRad="38100" dist="38100" dir="2700000" algn="tl">
                    <a:srgbClr val="000000"/>
                  </a:outerShdw>
                </a:effectLst>
              </a:rPr>
              <a:t>Market from 2006 to 2011 by IDC </a:t>
            </a:r>
          </a:p>
        </p:txBody>
      </p:sp>
    </p:spTree>
    <p:extLst>
      <p:ext uri="{BB962C8B-B14F-4D97-AF65-F5344CB8AC3E}">
        <p14:creationId xmlns:p14="http://schemas.microsoft.com/office/powerpoint/2010/main" val="77452151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42CAB60C-7921-90D1-6F19-1EF283FE862C}"/>
            </a:ext>
          </a:extLst>
        </p:cNvPr>
        <p:cNvGrpSpPr/>
        <p:nvPr/>
      </p:nvGrpSpPr>
      <p:grpSpPr>
        <a:xfrm>
          <a:off x="0" y="0"/>
          <a:ext cx="0" cy="0"/>
          <a:chOff x="0" y="0"/>
          <a:chExt cx="0" cy="0"/>
        </a:xfrm>
      </p:grpSpPr>
      <p:sp>
        <p:nvSpPr>
          <p:cNvPr id="139" name="Google Shape;139;g2eff20282af_0_142">
            <a:extLst>
              <a:ext uri="{FF2B5EF4-FFF2-40B4-BE49-F238E27FC236}">
                <a16:creationId xmlns:a16="http://schemas.microsoft.com/office/drawing/2014/main" id="{C25DA415-61EE-98AA-0C66-9B0790516F0A}"/>
              </a:ext>
            </a:extLst>
          </p:cNvPr>
          <p:cNvSpPr/>
          <p:nvPr/>
        </p:nvSpPr>
        <p:spPr>
          <a:xfrm flipH="1">
            <a:off x="-24137" y="-2"/>
            <a:ext cx="24696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grpSp>
        <p:nvGrpSpPr>
          <p:cNvPr id="140" name="Google Shape;140;g2eff20282af_0_142">
            <a:extLst>
              <a:ext uri="{FF2B5EF4-FFF2-40B4-BE49-F238E27FC236}">
                <a16:creationId xmlns:a16="http://schemas.microsoft.com/office/drawing/2014/main" id="{1984F4CA-E3C0-42D2-23BC-1A30A45C0A3A}"/>
              </a:ext>
            </a:extLst>
          </p:cNvPr>
          <p:cNvGrpSpPr/>
          <p:nvPr/>
        </p:nvGrpSpPr>
        <p:grpSpPr>
          <a:xfrm>
            <a:off x="53470" y="1474470"/>
            <a:ext cx="2278380" cy="3049270"/>
            <a:chOff x="122" y="2322"/>
            <a:chExt cx="3588" cy="4802"/>
          </a:xfrm>
        </p:grpSpPr>
        <p:sp>
          <p:nvSpPr>
            <p:cNvPr id="141" name="Google Shape;141;g2eff20282af_0_142">
              <a:extLst>
                <a:ext uri="{FF2B5EF4-FFF2-40B4-BE49-F238E27FC236}">
                  <a16:creationId xmlns:a16="http://schemas.microsoft.com/office/drawing/2014/main" id="{3F9BD619-F61F-06FC-A1EE-F29A13873C18}"/>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sp>
          <p:nvSpPr>
            <p:cNvPr id="142" name="Google Shape;142;g2eff20282af_0_142">
              <a:extLst>
                <a:ext uri="{FF2B5EF4-FFF2-40B4-BE49-F238E27FC236}">
                  <a16:creationId xmlns:a16="http://schemas.microsoft.com/office/drawing/2014/main" id="{0978DCA7-2FCC-6205-4238-14B4D0B6D23D}"/>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200" b="0" i="0" u="none" strike="noStrike" cap="none" baseline="-25000">
                <a:solidFill>
                  <a:schemeClr val="dk1"/>
                </a:solidFill>
                <a:latin typeface="Calibri"/>
                <a:ea typeface="Calibri"/>
                <a:cs typeface="Calibri"/>
                <a:sym typeface="Calibri"/>
              </a:endParaRPr>
            </a:p>
          </p:txBody>
        </p:sp>
        <p:pic>
          <p:nvPicPr>
            <p:cNvPr id="143" name="Google Shape;143;g2eff20282af_0_142" descr="Image">
              <a:extLst>
                <a:ext uri="{FF2B5EF4-FFF2-40B4-BE49-F238E27FC236}">
                  <a16:creationId xmlns:a16="http://schemas.microsoft.com/office/drawing/2014/main" id="{81316F9F-C2B8-A63B-2953-0BF5B927CC2E}"/>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44" name="Google Shape;144;g2eff20282af_0_142">
            <a:extLst>
              <a:ext uri="{FF2B5EF4-FFF2-40B4-BE49-F238E27FC236}">
                <a16:creationId xmlns:a16="http://schemas.microsoft.com/office/drawing/2014/main" id="{18984D63-4396-C9B9-3AA4-D790C54C218B}"/>
              </a:ext>
            </a:extLst>
          </p:cNvPr>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3300" b="0" i="0" u="none" strike="noStrike" cap="none">
              <a:solidFill>
                <a:schemeClr val="dk1"/>
              </a:solidFill>
              <a:latin typeface="Calibri"/>
              <a:ea typeface="Calibri"/>
              <a:cs typeface="Calibri"/>
              <a:sym typeface="Calibri"/>
            </a:endParaRPr>
          </a:p>
        </p:txBody>
      </p:sp>
      <p:sp>
        <p:nvSpPr>
          <p:cNvPr id="147" name="Google Shape;147;g2eff20282af_0_142">
            <a:extLst>
              <a:ext uri="{FF2B5EF4-FFF2-40B4-BE49-F238E27FC236}">
                <a16:creationId xmlns:a16="http://schemas.microsoft.com/office/drawing/2014/main" id="{08B698E1-08DE-C738-7480-E0C29A0C29B9}"/>
              </a:ext>
            </a:extLst>
          </p:cNvPr>
          <p:cNvSpPr txBox="1"/>
          <p:nvPr/>
        </p:nvSpPr>
        <p:spPr>
          <a:xfrm>
            <a:off x="403484" y="3588825"/>
            <a:ext cx="1379100" cy="307800"/>
          </a:xfrm>
          <a:prstGeom prst="rect">
            <a:avLst/>
          </a:prstGeom>
          <a:solidFill>
            <a:srgbClr val="43434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FFFF"/>
                </a:solidFill>
                <a:latin typeface="Times New Roman"/>
                <a:ea typeface="Times New Roman"/>
                <a:cs typeface="Times New Roman"/>
                <a:sym typeface="Times New Roman"/>
              </a:rPr>
              <a:t>Dept. of AI &amp; ML</a:t>
            </a:r>
            <a:endParaRPr sz="1400" i="0" u="none" strike="noStrike" cap="none" dirty="0">
              <a:solidFill>
                <a:srgbClr val="FFFFFF"/>
              </a:solidFill>
              <a:latin typeface="Times New Roman"/>
              <a:ea typeface="Times New Roman"/>
              <a:cs typeface="Times New Roman"/>
              <a:sym typeface="Times New Roman"/>
            </a:endParaRPr>
          </a:p>
        </p:txBody>
      </p:sp>
      <p:pic>
        <p:nvPicPr>
          <p:cNvPr id="4" name="Google Shape;218;g2eff20282af_0_109">
            <a:extLst>
              <a:ext uri="{FF2B5EF4-FFF2-40B4-BE49-F238E27FC236}">
                <a16:creationId xmlns:a16="http://schemas.microsoft.com/office/drawing/2014/main" id="{2EC26CFF-1876-D4B9-0EE5-2653BCC73218}"/>
              </a:ext>
            </a:extLst>
          </p:cNvPr>
          <p:cNvPicPr preferRelativeResize="0"/>
          <p:nvPr/>
        </p:nvPicPr>
        <p:blipFill>
          <a:blip r:embed="rId4">
            <a:alphaModFix/>
          </a:blip>
          <a:stretch>
            <a:fillRect/>
          </a:stretch>
        </p:blipFill>
        <p:spPr>
          <a:xfrm>
            <a:off x="3009343" y="712695"/>
            <a:ext cx="7275207" cy="4705106"/>
          </a:xfrm>
          <a:prstGeom prst="rect">
            <a:avLst/>
          </a:prstGeom>
          <a:noFill/>
          <a:ln>
            <a:noFill/>
          </a:ln>
        </p:spPr>
      </p:pic>
    </p:spTree>
    <p:extLst>
      <p:ext uri="{BB962C8B-B14F-4D97-AF65-F5344CB8AC3E}">
        <p14:creationId xmlns:p14="http://schemas.microsoft.com/office/powerpoint/2010/main" val="2142810194"/>
      </p:ext>
    </p:extLst>
  </p:cSld>
  <p:clrMapOvr>
    <a:masterClrMapping/>
  </p:clrMapOvr>
</p:sld>
</file>

<file path=ppt/theme/theme1.xml><?xml version="1.0" encoding="utf-8"?>
<a:theme xmlns:a="http://schemas.openxmlformats.org/drawingml/2006/main" name="3_Custom Design">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1325</TotalTime>
  <Words>2497</Words>
  <Application>Microsoft Office PowerPoint</Application>
  <PresentationFormat>Widescreen</PresentationFormat>
  <Paragraphs>337</Paragraphs>
  <Slides>85</Slides>
  <Notes>85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85</vt:i4>
      </vt:variant>
    </vt:vector>
  </HeadingPairs>
  <TitlesOfParts>
    <vt:vector size="93" baseType="lpstr">
      <vt:lpstr>Times New Roman</vt:lpstr>
      <vt:lpstr>Wingdings</vt:lpstr>
      <vt:lpstr>宋体</vt:lpstr>
      <vt:lpstr>Arial</vt:lpstr>
      <vt:lpstr>Calibri</vt:lpstr>
      <vt:lpstr>Poppins</vt:lpstr>
      <vt:lpstr>3_Custom Design</vt:lpstr>
      <vt:lpstr>Photo Editor Photo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Principal aip</dc:creator>
  <cp:lastModifiedBy>Hi</cp:lastModifiedBy>
  <cp:revision>78</cp:revision>
  <dcterms:created xsi:type="dcterms:W3CDTF">2021-09-07T04:22:00Z</dcterms:created>
  <dcterms:modified xsi:type="dcterms:W3CDTF">2026-03-19T04:51:43Z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0398283ACE364599A240D38F3F474187_13</vt:lpwstr>
  </property>
  <property fmtid="{D5CDD505-2E9C-101B-9397-08002B2CF9AE}" pid="3" name="KSOProductBuildVer">
    <vt:lpwstr>1033-12.2.0.13489</vt:lpwstr>
  </property>
</Properties>
</file>